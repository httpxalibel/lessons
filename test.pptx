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 id="2147483756" r:id="rId2"/>
  </p:sldMasterIdLst>
  <p:notesMasterIdLst>
    <p:notesMasterId r:id="rId20"/>
  </p:notesMasterIdLst>
  <p:sldIdLst>
    <p:sldId id="278"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4" r:id="rId1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AE007931-F4BF-4AF0-B5F2-D971E4FEA134}">
          <p14:sldIdLst>
            <p14:sldId id="278"/>
            <p14:sldId id="258"/>
            <p14:sldId id="259"/>
            <p14:sldId id="260"/>
            <p14:sldId id="261"/>
            <p14:sldId id="262"/>
            <p14:sldId id="263"/>
            <p14:sldId id="264"/>
            <p14:sldId id="265"/>
            <p14:sldId id="266"/>
            <p14:sldId id="267"/>
            <p14:sldId id="268"/>
            <p14:sldId id="269"/>
            <p14:sldId id="271"/>
            <p14:sldId id="272"/>
            <p14:sldId id="273"/>
            <p14:sldId id="2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34587" autoAdjust="0"/>
    <p:restoredTop sz="94643" autoAdjust="0"/>
  </p:normalViewPr>
  <p:slideViewPr>
    <p:cSldViewPr>
      <p:cViewPr varScale="1">
        <p:scale>
          <a:sx n="102" d="100"/>
          <a:sy n="102" d="100"/>
        </p:scale>
        <p:origin x="-180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923BFA-B095-4DF4-824B-B0E4AD4FB192}" type="datetimeFigureOut">
              <a:rPr lang="fr-FR" smtClean="0"/>
              <a:t>16/02/2026</a:t>
            </a:fld>
            <a:endParaRPr lang="fr-FR" dirty="0"/>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26BC4A-0F00-4050-8F54-1F0F59145957}" type="slidenum">
              <a:rPr lang="fr-FR" smtClean="0"/>
              <a:t>‹N°›</a:t>
            </a:fld>
            <a:endParaRPr lang="fr-FR" dirty="0"/>
          </a:p>
        </p:txBody>
      </p:sp>
    </p:spTree>
    <p:extLst>
      <p:ext uri="{BB962C8B-B14F-4D97-AF65-F5344CB8AC3E}">
        <p14:creationId xmlns:p14="http://schemas.microsoft.com/office/powerpoint/2010/main" val="2207164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95" name="Group 94"/>
          <p:cNvGrpSpPr/>
          <p:nvPr/>
        </p:nvGrpSpPr>
        <p:grpSpPr>
          <a:xfrm>
            <a:off x="0" y="-30477"/>
            <a:ext cx="9067800" cy="6889273"/>
            <a:chOff x="0" y="-30477"/>
            <a:chExt cx="9067800" cy="6889273"/>
          </a:xfrm>
        </p:grpSpPr>
        <p:cxnSp>
          <p:nvCxnSpPr>
            <p:cNvPr id="110" name="Straight Connector 109"/>
            <p:cNvCxnSpPr/>
            <p:nvPr/>
          </p:nvCxnSpPr>
          <p:spPr>
            <a:xfrm rot="16200000" flipH="1">
              <a:off x="-14478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rot="16200000" flipH="1">
              <a:off x="-16383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rot="5400000">
              <a:off x="-14859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rot="5400000">
              <a:off x="-3238500" y="3314700"/>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rot="16200000" flipH="1">
              <a:off x="-3314700" y="3314700"/>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rot="16200000" flipH="1">
              <a:off x="-1371600" y="2971800"/>
              <a:ext cx="6858000" cy="9144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rot="16200000" flipH="1">
              <a:off x="-2819400" y="3200400"/>
              <a:ext cx="6858000"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rot="5400000">
              <a:off x="-2705099" y="3238500"/>
              <a:ext cx="6858000"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rot="16200000" flipH="1">
              <a:off x="-2133600" y="3200400"/>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rot="16200000" flipH="1">
              <a:off x="-31242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rot="16200000" flipH="1">
              <a:off x="-1828799" y="3352799"/>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rot="16200000" flipH="1">
              <a:off x="-28194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rot="16200000" flipH="1">
              <a:off x="-2438400" y="3124200"/>
              <a:ext cx="6858000" cy="609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rot="5400000">
              <a:off x="-1731645" y="2722245"/>
              <a:ext cx="6858000"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rot="5400000">
              <a:off x="-1142048" y="3277552"/>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rot="5400000">
              <a:off x="-9144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rot="5400000">
              <a:off x="-1855470" y="3227070"/>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rot="16200000" flipH="1">
              <a:off x="-2643187" y="3252788"/>
              <a:ext cx="6858000"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rot="16200000" flipH="1">
              <a:off x="-1954530" y="3326130"/>
              <a:ext cx="6858000" cy="20574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rot="16200000" flipH="1">
              <a:off x="-23622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rot="16200000" flipH="1">
              <a:off x="-21336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rot="16200000" flipH="1">
              <a:off x="10668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a:xfrm rot="16200000" flipH="1">
              <a:off x="8763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rot="5400000">
              <a:off x="1028700" y="3238500"/>
              <a:ext cx="6858000" cy="3810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rot="5400000">
              <a:off x="-723900" y="3314700"/>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rot="16200000" flipH="1">
              <a:off x="-800100" y="3314700"/>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rot="5400000">
              <a:off x="-152400" y="3429000"/>
              <a:ext cx="6858000"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rot="16200000" flipH="1">
              <a:off x="-304800" y="3200400"/>
              <a:ext cx="6858000" cy="4572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rot="5400000">
              <a:off x="-190499" y="3238500"/>
              <a:ext cx="6858000" cy="3810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rot="16200000" flipH="1">
              <a:off x="381000" y="3200400"/>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p:cNvCxnSpPr/>
            <p:nvPr/>
          </p:nvCxnSpPr>
          <p:spPr>
            <a:xfrm rot="16200000" flipH="1">
              <a:off x="-6096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p:nvCxnSpPr>
          <p:spPr>
            <a:xfrm rot="16200000" flipH="1">
              <a:off x="685801" y="3352799"/>
              <a:ext cx="6858000" cy="152401"/>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p:cNvCxnSpPr/>
            <p:nvPr/>
          </p:nvCxnSpPr>
          <p:spPr>
            <a:xfrm rot="16200000" flipH="1">
              <a:off x="-3048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p:nvCxnSpPr>
          <p:spPr>
            <a:xfrm rot="5400000">
              <a:off x="-1028700" y="3314700"/>
              <a:ext cx="6858000"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p:nvCxnSpPr>
          <p:spPr>
            <a:xfrm rot="5400000">
              <a:off x="782955" y="2722245"/>
              <a:ext cx="6858000"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p:nvCxnSpPr>
          <p:spPr>
            <a:xfrm rot="5400000">
              <a:off x="1372552" y="3277552"/>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25" name="Straight Connector 224"/>
            <p:cNvCxnSpPr/>
            <p:nvPr/>
          </p:nvCxnSpPr>
          <p:spPr>
            <a:xfrm rot="5400000">
              <a:off x="16002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p:nvCxnSpPr>
          <p:spPr>
            <a:xfrm rot="5400000">
              <a:off x="659130" y="3227070"/>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7" name="Straight Connector 226"/>
            <p:cNvCxnSpPr/>
            <p:nvPr/>
          </p:nvCxnSpPr>
          <p:spPr>
            <a:xfrm rot="16200000" flipH="1">
              <a:off x="-128587" y="3252788"/>
              <a:ext cx="6858000"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p:nvCxnSpPr>
          <p:spPr>
            <a:xfrm rot="16200000" flipH="1">
              <a:off x="560070" y="3326130"/>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9" name="Straight Connector 228"/>
            <p:cNvCxnSpPr/>
            <p:nvPr/>
          </p:nvCxnSpPr>
          <p:spPr>
            <a:xfrm rot="16200000" flipH="1">
              <a:off x="1524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p:nvCxnSpPr>
          <p:spPr>
            <a:xfrm rot="16200000" flipH="1">
              <a:off x="3810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rot="16200000" flipH="1">
              <a:off x="2743200" y="3352801"/>
              <a:ext cx="6858000" cy="1524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rot="16200000" flipH="1">
              <a:off x="2095501" y="3238501"/>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9" name="Straight Connector 238"/>
            <p:cNvCxnSpPr/>
            <p:nvPr/>
          </p:nvCxnSpPr>
          <p:spPr>
            <a:xfrm rot="5400000">
              <a:off x="2705100" y="3238501"/>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p:nvCxnSpPr>
          <p:spPr>
            <a:xfrm rot="5400000">
              <a:off x="1828801" y="3276600"/>
              <a:ext cx="6857999" cy="3048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p:cNvCxnSpPr/>
            <p:nvPr/>
          </p:nvCxnSpPr>
          <p:spPr>
            <a:xfrm rot="16200000" flipH="1">
              <a:off x="1066800" y="3200402"/>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rot="16200000" flipH="1">
              <a:off x="2362201" y="3352800"/>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rot="5400000">
              <a:off x="2646045" y="2722246"/>
              <a:ext cx="6858000" cy="1413510"/>
            </a:xfrm>
            <a:prstGeom prst="line">
              <a:avLst/>
            </a:prstGeom>
            <a:ln>
              <a:solidFill>
                <a:schemeClr val="accent1">
                  <a:alpha val="56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rot="5400000">
              <a:off x="3048952" y="3277553"/>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rot="5400000">
              <a:off x="2895600" y="3276601"/>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rot="5400000">
              <a:off x="2388870" y="3227071"/>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rot="16200000" flipH="1">
              <a:off x="2236470" y="3326131"/>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rot="16200000" flipH="1">
              <a:off x="1752600" y="3352801"/>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rot="16200000" flipH="1">
              <a:off x="19812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rot="5400000">
              <a:off x="3467100" y="3314701"/>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rot="16200000" flipH="1">
              <a:off x="3467099" y="3314701"/>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2" name="Straight Connector 251"/>
            <p:cNvCxnSpPr/>
            <p:nvPr/>
          </p:nvCxnSpPr>
          <p:spPr>
            <a:xfrm rot="5400000">
              <a:off x="4038600" y="3429001"/>
              <a:ext cx="6858000"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rot="16200000" flipH="1">
              <a:off x="3886200" y="3200401"/>
              <a:ext cx="6858000"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rot="5400000">
              <a:off x="4000501" y="3238501"/>
              <a:ext cx="6858000"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rot="16200000" flipH="1">
              <a:off x="4572000" y="3200401"/>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rot="16200000" flipH="1">
              <a:off x="37338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rot="5400000">
              <a:off x="3619500" y="3314700"/>
              <a:ext cx="6858000"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rot="16200000" flipH="1">
              <a:off x="4214813" y="3252788"/>
              <a:ext cx="6858000"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p:cNvCxnSpPr/>
            <p:nvPr/>
          </p:nvCxnSpPr>
          <p:spPr>
            <a:xfrm rot="16200000" flipH="1">
              <a:off x="4751070" y="3326131"/>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p:nvCxnSpPr>
          <p:spPr>
            <a:xfrm rot="16200000" flipH="1">
              <a:off x="4343400" y="3352801"/>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rot="16200000" flipH="1">
              <a:off x="4572000" y="3352801"/>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rot="16200000" flipH="1">
              <a:off x="5257800" y="3352802"/>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p:nvCxnSpPr>
          <p:spPr>
            <a:xfrm rot="16200000" flipH="1">
              <a:off x="5067300" y="3238502"/>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p:nvCxnSpPr>
          <p:spPr>
            <a:xfrm rot="5400000">
              <a:off x="5219700" y="3238502"/>
              <a:ext cx="6858000" cy="3810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p:nvCxnSpPr>
          <p:spPr>
            <a:xfrm rot="16200000" flipH="1">
              <a:off x="4876801" y="3352801"/>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p:nvCxnSpPr>
          <p:spPr>
            <a:xfrm rot="5400000">
              <a:off x="5527994" y="3318196"/>
              <a:ext cx="6888479" cy="191133"/>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rot="5400000">
              <a:off x="4850130" y="3227072"/>
              <a:ext cx="6858000" cy="40386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rot="16200000" flipH="1">
              <a:off x="4751070" y="3326132"/>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8" name="Straight Connector 277"/>
            <p:cNvCxnSpPr/>
            <p:nvPr/>
          </p:nvCxnSpPr>
          <p:spPr>
            <a:xfrm rot="5400000">
              <a:off x="5562599" y="3429001"/>
              <a:ext cx="6858002" cy="1588"/>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p:cNvCxnSpPr/>
            <p:nvPr/>
          </p:nvCxnSpPr>
          <p:spPr>
            <a:xfrm rot="5400000">
              <a:off x="2552700" y="3390900"/>
              <a:ext cx="6858000" cy="76200"/>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p:cNvCxnSpPr/>
            <p:nvPr/>
          </p:nvCxnSpPr>
          <p:spPr>
            <a:xfrm rot="16200000" flipH="1">
              <a:off x="3048000" y="3352800"/>
              <a:ext cx="6858000" cy="1524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p:nvCxnSpPr>
          <p:spPr>
            <a:xfrm rot="16200000" flipH="1">
              <a:off x="3238500" y="3238500"/>
              <a:ext cx="6858000" cy="381000"/>
            </a:xfrm>
            <a:prstGeom prst="line">
              <a:avLst/>
            </a:prstGeom>
            <a:ln w="19050">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p:nvCxnSpPr>
          <p:spPr>
            <a:xfrm rot="5400000">
              <a:off x="2133600" y="3276600"/>
              <a:ext cx="6858000" cy="3048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p:nvCxnSpPr>
          <p:spPr>
            <a:xfrm rot="16200000" flipH="1">
              <a:off x="3148013" y="3252789"/>
              <a:ext cx="6858000"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p:nvCxnSpPr>
          <p:spPr>
            <a:xfrm rot="5400000">
              <a:off x="37719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p:nvCxnSpPr>
          <p:spPr>
            <a:xfrm rot="5400000">
              <a:off x="4229100" y="2933700"/>
              <a:ext cx="6858000" cy="990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p:nvPr/>
          </p:nvCxnSpPr>
          <p:spPr>
            <a:xfrm rot="16200000" flipH="1">
              <a:off x="1371600" y="3200403"/>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grpSp>
      <p:sp>
        <p:nvSpPr>
          <p:cNvPr id="4" name="Date Placeholder 3"/>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5" name="Footer Placeholder 4"/>
          <p:cNvSpPr>
            <a:spLocks noGrp="1"/>
          </p:cNvSpPr>
          <p:nvPr>
            <p:ph type="ftr" sz="quarter" idx="11"/>
          </p:nvPr>
        </p:nvSpPr>
        <p:spPr/>
        <p:txBody>
          <a:bodyPr/>
          <a:lstStyle/>
          <a:p>
            <a:endParaRPr lang="fr-BE" dirty="0"/>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dirty="0"/>
          </a:p>
        </p:txBody>
      </p:sp>
      <p:sp>
        <p:nvSpPr>
          <p:cNvPr id="113" name="Rectangle 112"/>
          <p:cNvSpPr/>
          <p:nvPr/>
        </p:nvSpPr>
        <p:spPr>
          <a:xfrm>
            <a:off x="0" y="1905000"/>
            <a:ext cx="4953000" cy="3124200"/>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dirty="0">
              <a:solidFill>
                <a:prstClr val="white"/>
              </a:solidFill>
              <a:latin typeface="Tw Cen MT"/>
              <a:ea typeface="+mn-ea"/>
              <a:cs typeface="+mn-cs"/>
            </a:endParaRPr>
          </a:p>
        </p:txBody>
      </p:sp>
      <p:grpSp>
        <p:nvGrpSpPr>
          <p:cNvPr id="94" name="Group 93"/>
          <p:cNvGrpSpPr/>
          <p:nvPr/>
        </p:nvGrpSpPr>
        <p:grpSpPr>
          <a:xfrm>
            <a:off x="0" y="2057400"/>
            <a:ext cx="4801394" cy="2820988"/>
            <a:chOff x="0" y="2057400"/>
            <a:chExt cx="4801394" cy="2820988"/>
          </a:xfrm>
        </p:grpSpPr>
        <p:cxnSp>
          <p:nvCxnSpPr>
            <p:cNvPr id="117" name="Straight Connector 116"/>
            <p:cNvCxnSpPr/>
            <p:nvPr/>
          </p:nvCxnSpPr>
          <p:spPr>
            <a:xfrm>
              <a:off x="0" y="2057400"/>
              <a:ext cx="48006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a:off x="0" y="4876800"/>
              <a:ext cx="48006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rot="5400000">
              <a:off x="3391694" y="3467100"/>
              <a:ext cx="2818606" cy="79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228600" y="2130425"/>
            <a:ext cx="4419600" cy="1600327"/>
          </a:xfrm>
        </p:spPr>
        <p:txBody>
          <a:bodyPr anchor="b">
            <a:normAutofit/>
          </a:bodyPr>
          <a:lstStyle>
            <a:lvl1pPr algn="l">
              <a:defRPr sz="3600" b="1" cap="none" spc="40" baseline="0">
                <a:ln w="13335" cmpd="sng">
                  <a:solidFill>
                    <a:schemeClr val="accent1">
                      <a:lumMod val="50000"/>
                    </a:schemeClr>
                  </a:solidFill>
                  <a:prstDash val="solid"/>
                </a:ln>
                <a:solidFill>
                  <a:schemeClr val="accent6">
                    <a:tint val="1000"/>
                  </a:schemeClr>
                </a:solidFill>
                <a:effectLst/>
              </a:defRPr>
            </a:lvl1pPr>
          </a:lstStyle>
          <a:p>
            <a:r>
              <a:rPr lang="fr-FR" smtClean="0"/>
              <a:t>Modifiez le style du titre</a:t>
            </a:r>
            <a:endParaRPr lang="en-US" dirty="0"/>
          </a:p>
        </p:txBody>
      </p:sp>
      <p:sp>
        <p:nvSpPr>
          <p:cNvPr id="3" name="Subtitle 2"/>
          <p:cNvSpPr>
            <a:spLocks noGrp="1"/>
          </p:cNvSpPr>
          <p:nvPr>
            <p:ph type="subTitle" idx="1"/>
          </p:nvPr>
        </p:nvSpPr>
        <p:spPr>
          <a:xfrm>
            <a:off x="228600" y="3733800"/>
            <a:ext cx="4419600" cy="1066800"/>
          </a:xfrm>
        </p:spPr>
        <p:txBody>
          <a:bodyPr>
            <a:normAutofit/>
          </a:bodyPr>
          <a:lstStyle>
            <a:lvl1pPr marL="0" indent="0" algn="l">
              <a:buNone/>
              <a:defRPr sz="22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Date Placeholder 3"/>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5" name="Footer Placeholder 4"/>
          <p:cNvSpPr>
            <a:spLocks noGrp="1"/>
          </p:cNvSpPr>
          <p:nvPr>
            <p:ph type="ftr" sz="quarter" idx="11"/>
          </p:nvPr>
        </p:nvSpPr>
        <p:spPr/>
        <p:txBody>
          <a:bodyPr/>
          <a:lstStyle/>
          <a:p>
            <a:endParaRPr lang="fr-BE" dirty="0"/>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3">
        <a:schemeClr val="bg1"/>
      </p:bgRef>
    </p:bg>
    <p:spTree>
      <p:nvGrpSpPr>
        <p:cNvPr id="1" name=""/>
        <p:cNvGrpSpPr/>
        <p:nvPr/>
      </p:nvGrpSpPr>
      <p:grpSpPr>
        <a:xfrm>
          <a:off x="0" y="0"/>
          <a:ext cx="0" cy="0"/>
          <a:chOff x="0" y="0"/>
          <a:chExt cx="0" cy="0"/>
        </a:xfrm>
      </p:grpSpPr>
      <p:grpSp>
        <p:nvGrpSpPr>
          <p:cNvPr id="7" name="Group 92"/>
          <p:cNvGrpSpPr/>
          <p:nvPr/>
        </p:nvGrpSpPr>
        <p:grpSpPr>
          <a:xfrm>
            <a:off x="1" y="-30478"/>
            <a:ext cx="9067799" cy="4846320"/>
            <a:chOff x="1" y="-30477"/>
            <a:chExt cx="9067799" cy="4526277"/>
          </a:xfrm>
        </p:grpSpPr>
        <p:cxnSp>
          <p:nvCxnSpPr>
            <p:cNvPr id="8" name="Straight Connector 7"/>
            <p:cNvCxnSpPr/>
            <p:nvPr/>
          </p:nvCxnSpPr>
          <p:spPr>
            <a:xfrm rot="16200000" flipH="1">
              <a:off x="-27166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46216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30976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206236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6200000" flipH="1">
              <a:off x="-2138565"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16200000" flipH="1">
              <a:off x="-195465" y="1785212"/>
              <a:ext cx="4505731" cy="9144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6200000" flipH="1">
              <a:off x="-1643265" y="2013812"/>
              <a:ext cx="4505731"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5400000">
              <a:off x="-1528964"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H="1">
              <a:off x="-957465" y="2013812"/>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6200000" flipH="1">
              <a:off x="-194806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6200000" flipH="1">
              <a:off x="-652664" y="2166211"/>
              <a:ext cx="4505731" cy="152401"/>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H="1">
              <a:off x="-164326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6200000" flipH="1">
              <a:off x="-1790700" y="2019300"/>
              <a:ext cx="4495800" cy="4572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555510" y="1535657"/>
              <a:ext cx="4505731"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34087" y="2090964"/>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2617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5400000">
              <a:off x="-67933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6200000" flipH="1">
              <a:off x="-1467052" y="2066200"/>
              <a:ext cx="4505731"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6200000" flipH="1">
              <a:off x="-77839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6200000" flipH="1">
              <a:off x="-118606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6200000" flipH="1">
              <a:off x="-95746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6200000" flipH="1">
              <a:off x="22429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6200000" flipH="1">
              <a:off x="20524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2204835" y="2051912"/>
              <a:ext cx="4505731" cy="3810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a:off x="45223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6200000" flipH="1">
              <a:off x="376035"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1023735" y="2242139"/>
              <a:ext cx="4505731"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16200000" flipH="1">
              <a:off x="871335" y="2013812"/>
              <a:ext cx="4505731" cy="4572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a:off x="985636"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16200000" flipH="1">
              <a:off x="1557135" y="2013812"/>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6200000" flipH="1">
              <a:off x="5665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16200000" flipH="1">
              <a:off x="1861936" y="2166211"/>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16200000" flipH="1">
              <a:off x="8713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5400000">
              <a:off x="147435" y="2128112"/>
              <a:ext cx="4505731"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a:off x="1959090" y="1535657"/>
              <a:ext cx="4505731"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a:off x="2548687" y="2090964"/>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5400000">
              <a:off x="27763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5400000">
              <a:off x="183526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16200000" flipH="1">
              <a:off x="1047548" y="2066200"/>
              <a:ext cx="4505731"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16200000" flipH="1">
              <a:off x="17362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16200000" flipH="1">
              <a:off x="13285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16200000" flipH="1">
              <a:off x="1557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16200000" flipH="1">
              <a:off x="3919335" y="2166212"/>
              <a:ext cx="4505731" cy="152400"/>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16200000" flipH="1">
              <a:off x="3271636"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38812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3004936" y="2090012"/>
              <a:ext cx="4505730" cy="3048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16200000" flipH="1">
              <a:off x="2242935" y="2013813"/>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16200000" flipH="1">
              <a:off x="3538336" y="2166212"/>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5400000">
              <a:off x="3822180" y="1535657"/>
              <a:ext cx="4505731" cy="1413510"/>
            </a:xfrm>
            <a:prstGeom prst="line">
              <a:avLst/>
            </a:prstGeom>
            <a:ln>
              <a:solidFill>
                <a:schemeClr val="accent1">
                  <a:alpha val="56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rot="5400000">
              <a:off x="4225087" y="2090965"/>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a:off x="40717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rot="5400000">
              <a:off x="356500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rot="16200000" flipH="1">
              <a:off x="34126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rot="16200000" flipH="1">
              <a:off x="2928735" y="2166212"/>
              <a:ext cx="4505731" cy="152400"/>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16200000" flipH="1">
              <a:off x="3081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rot="5400000">
              <a:off x="464323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rot="16200000" flipH="1">
              <a:off x="4643234"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rot="5400000">
              <a:off x="5214735" y="2242140"/>
              <a:ext cx="4505731"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rot="16200000" flipH="1">
              <a:off x="5062335" y="2013812"/>
              <a:ext cx="4505731"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5400000">
              <a:off x="5176636"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rot="16200000" flipH="1">
              <a:off x="5748135" y="2013813"/>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16200000" flipH="1">
              <a:off x="49099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4795635" y="2128112"/>
              <a:ext cx="4505731"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16200000" flipH="1">
              <a:off x="5390948" y="2066200"/>
              <a:ext cx="4505731"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16200000" flipH="1">
              <a:off x="59272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rot="16200000" flipH="1">
              <a:off x="55195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rot="16200000" flipH="1">
              <a:off x="5748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16200000" flipH="1">
              <a:off x="6433935" y="2166213"/>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16200000" flipH="1">
              <a:off x="6243435" y="2051913"/>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5400000">
              <a:off x="6395835" y="2051913"/>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16200000" flipH="1">
              <a:off x="6052936" y="2166212"/>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rot="5400000">
              <a:off x="6709356" y="2136834"/>
              <a:ext cx="4525755" cy="191133"/>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a:off x="6026265" y="2040483"/>
              <a:ext cx="4505731" cy="40386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rot="16200000" flipH="1">
              <a:off x="5927205" y="2139543"/>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5400000">
              <a:off x="6738734" y="2242140"/>
              <a:ext cx="4505732" cy="1588"/>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5400000">
              <a:off x="3728835" y="2204312"/>
              <a:ext cx="4505731" cy="76200"/>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rot="16200000" flipH="1">
              <a:off x="4224135" y="2166212"/>
              <a:ext cx="4505731" cy="1524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rot="16200000" flipH="1">
              <a:off x="4414635" y="2051912"/>
              <a:ext cx="4505731" cy="381000"/>
            </a:xfrm>
            <a:prstGeom prst="line">
              <a:avLst/>
            </a:prstGeom>
            <a:ln w="19050">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rot="5400000">
              <a:off x="3309735" y="2090012"/>
              <a:ext cx="4505731" cy="3048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rot="16200000" flipH="1">
              <a:off x="4324148" y="2066200"/>
              <a:ext cx="4505731"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rot="5400000">
              <a:off x="49480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rot="5400000">
              <a:off x="5405235" y="1747112"/>
              <a:ext cx="4505731" cy="990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rot="16200000" flipH="1">
              <a:off x="2547735" y="2013814"/>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grpSp>
      <p:sp>
        <p:nvSpPr>
          <p:cNvPr id="94" name="Rectangle 93"/>
          <p:cNvSpPr/>
          <p:nvPr/>
        </p:nvSpPr>
        <p:spPr>
          <a:xfrm>
            <a:off x="0" y="4311168"/>
            <a:ext cx="9144000" cy="1905000"/>
          </a:xfrm>
          <a:prstGeom prst="rect">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dirty="0">
              <a:solidFill>
                <a:prstClr val="white"/>
              </a:solidFill>
              <a:latin typeface="Tw Cen MT"/>
              <a:ea typeface="+mn-ea"/>
              <a:cs typeface="+mn-cs"/>
            </a:endParaRPr>
          </a:p>
        </p:txBody>
      </p:sp>
      <p:cxnSp>
        <p:nvCxnSpPr>
          <p:cNvPr id="96" name="Straight Connector 95"/>
          <p:cNvCxnSpPr/>
          <p:nvPr/>
        </p:nvCxnSpPr>
        <p:spPr>
          <a:xfrm>
            <a:off x="0" y="4387368"/>
            <a:ext cx="91440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0" y="6138380"/>
            <a:ext cx="91440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457200" y="5621364"/>
            <a:ext cx="8305800" cy="414649"/>
          </a:xfrm>
        </p:spPr>
        <p:txBody>
          <a:bodyPr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95" name="Title 94"/>
          <p:cNvSpPr>
            <a:spLocks noGrp="1"/>
          </p:cNvSpPr>
          <p:nvPr>
            <p:ph type="title"/>
          </p:nvPr>
        </p:nvSpPr>
        <p:spPr>
          <a:xfrm>
            <a:off x="457200" y="4463568"/>
            <a:ext cx="8305800" cy="1143000"/>
          </a:xfrm>
        </p:spPr>
        <p:txBody>
          <a:bodyPr/>
          <a:lstStyle/>
          <a:p>
            <a:r>
              <a:rPr lang="fr-FR" smtClean="0"/>
              <a:t>Modifiez le style du titre</a:t>
            </a:r>
            <a:endParaRPr lang="en-US"/>
          </a:p>
        </p:txBody>
      </p:sp>
      <p:sp>
        <p:nvSpPr>
          <p:cNvPr id="2" name="Date Placeholder 1"/>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91" name="Footer Placeholder 90"/>
          <p:cNvSpPr>
            <a:spLocks noGrp="1"/>
          </p:cNvSpPr>
          <p:nvPr>
            <p:ph type="ftr" sz="quarter" idx="11"/>
          </p:nvPr>
        </p:nvSpPr>
        <p:spPr/>
        <p:txBody>
          <a:bodyPr/>
          <a:lstStyle/>
          <a:p>
            <a:endParaRPr lang="fr-BE" dirty="0"/>
          </a:p>
        </p:txBody>
      </p:sp>
      <p:sp>
        <p:nvSpPr>
          <p:cNvPr id="92" name="Slide Number Placeholder 91"/>
          <p:cNvSpPr>
            <a:spLocks noGrp="1"/>
          </p:cNvSpPr>
          <p:nvPr>
            <p:ph type="sldNum" sz="quarter" idx="12"/>
          </p:nvPr>
        </p:nvSpPr>
        <p:spPr/>
        <p:txBody>
          <a:bodyPr/>
          <a:lstStyle/>
          <a:p>
            <a:fld id="{CF4668DC-857F-487D-BFFA-8C0CA5037977}" type="slidenum">
              <a:rPr lang="fr-BE" smtClean="0"/>
              <a:t>‹N°›</a:t>
            </a:fld>
            <a:endParaRPr lang="fr-BE"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Date Placeholder 4"/>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6" name="Footer Placeholder 5"/>
          <p:cNvSpPr>
            <a:spLocks noGrp="1"/>
          </p:cNvSpPr>
          <p:nvPr>
            <p:ph type="ftr" sz="quarter" idx="11"/>
          </p:nvPr>
        </p:nvSpPr>
        <p:spPr/>
        <p:txBody>
          <a:bodyPr/>
          <a:lstStyle/>
          <a:p>
            <a:endParaRPr lang="fr-BE" dirty="0"/>
          </a:p>
        </p:txBody>
      </p:sp>
      <p:sp>
        <p:nvSpPr>
          <p:cNvPr id="7" name="Slide Number Placeholder 6"/>
          <p:cNvSpPr>
            <a:spLocks noGrp="1"/>
          </p:cNvSpPr>
          <p:nvPr>
            <p:ph type="sldNum" sz="quarter" idx="12"/>
          </p:nvPr>
        </p:nvSpPr>
        <p:spPr/>
        <p:txBody>
          <a:bodyPr/>
          <a:lstStyle/>
          <a:p>
            <a:fld id="{CF4668DC-857F-487D-BFFA-8C0CA5037977}" type="slidenum">
              <a:rPr lang="fr-BE" smtClean="0"/>
              <a:t>‹N°›</a:t>
            </a:fld>
            <a:endParaRPr lang="fr-BE"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7" name="Date Placeholder 6"/>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8" name="Footer Placeholder 7"/>
          <p:cNvSpPr>
            <a:spLocks noGrp="1"/>
          </p:cNvSpPr>
          <p:nvPr>
            <p:ph type="ftr" sz="quarter" idx="11"/>
          </p:nvPr>
        </p:nvSpPr>
        <p:spPr/>
        <p:txBody>
          <a:bodyPr/>
          <a:lstStyle/>
          <a:p>
            <a:endParaRPr lang="fr-BE" dirty="0"/>
          </a:p>
        </p:txBody>
      </p:sp>
      <p:sp>
        <p:nvSpPr>
          <p:cNvPr id="9" name="Slide Number Placeholder 8"/>
          <p:cNvSpPr>
            <a:spLocks noGrp="1"/>
          </p:cNvSpPr>
          <p:nvPr>
            <p:ph type="sldNum" sz="quarter" idx="12"/>
          </p:nvPr>
        </p:nvSpPr>
        <p:spPr/>
        <p:txBody>
          <a:bodyPr/>
          <a:lstStyle/>
          <a:p>
            <a:fld id="{CF4668DC-857F-487D-BFFA-8C0CA5037977}" type="slidenum">
              <a:rPr lang="fr-BE" smtClean="0"/>
              <a:t>‹N°›</a:t>
            </a:fld>
            <a:endParaRPr lang="fr-BE"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a:p>
        </p:txBody>
      </p:sp>
      <p:sp>
        <p:nvSpPr>
          <p:cNvPr id="3" name="Date Placeholder 2"/>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4" name="Footer Placeholder 3"/>
          <p:cNvSpPr>
            <a:spLocks noGrp="1"/>
          </p:cNvSpPr>
          <p:nvPr>
            <p:ph type="ftr" sz="quarter" idx="11"/>
          </p:nvPr>
        </p:nvSpPr>
        <p:spPr/>
        <p:txBody>
          <a:bodyPr/>
          <a:lstStyle/>
          <a:p>
            <a:endParaRPr lang="fr-BE" dirty="0"/>
          </a:p>
        </p:txBody>
      </p:sp>
      <p:sp>
        <p:nvSpPr>
          <p:cNvPr id="5" name="Slide Number Placeholder 4"/>
          <p:cNvSpPr>
            <a:spLocks noGrp="1"/>
          </p:cNvSpPr>
          <p:nvPr>
            <p:ph type="sldNum" sz="quarter" idx="12"/>
          </p:nvPr>
        </p:nvSpPr>
        <p:spPr/>
        <p:txBody>
          <a:bodyPr/>
          <a:lstStyle/>
          <a:p>
            <a:fld id="{CF4668DC-857F-487D-BFFA-8C0CA5037977}" type="slidenum">
              <a:rPr lang="fr-BE" smtClean="0"/>
              <a:t>‹N°›</a:t>
            </a:fld>
            <a:endParaRPr lang="fr-BE"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3" name="Footer Placeholder 2"/>
          <p:cNvSpPr>
            <a:spLocks noGrp="1"/>
          </p:cNvSpPr>
          <p:nvPr>
            <p:ph type="ftr" sz="quarter" idx="11"/>
          </p:nvPr>
        </p:nvSpPr>
        <p:spPr/>
        <p:txBody>
          <a:bodyPr/>
          <a:lstStyle/>
          <a:p>
            <a:endParaRPr lang="fr-BE" dirty="0"/>
          </a:p>
        </p:txBody>
      </p:sp>
      <p:sp>
        <p:nvSpPr>
          <p:cNvPr id="4" name="Slide Number Placeholder 3"/>
          <p:cNvSpPr>
            <a:spLocks noGrp="1"/>
          </p:cNvSpPr>
          <p:nvPr>
            <p:ph type="sldNum" sz="quarter" idx="12"/>
          </p:nvPr>
        </p:nvSpPr>
        <p:spPr/>
        <p:txBody>
          <a:bodyPr/>
          <a:lstStyle/>
          <a:p>
            <a:fld id="{CF4668DC-857F-487D-BFFA-8C0CA5037977}" type="slidenum">
              <a:rPr lang="fr-BE" smtClean="0"/>
              <a:t>‹N°›</a:t>
            </a:fld>
            <a:endParaRPr lang="fr-BE"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3" name="Content Placeholder 2"/>
          <p:cNvSpPr>
            <a:spLocks noGrp="1"/>
          </p:cNvSpPr>
          <p:nvPr>
            <p:ph idx="1"/>
          </p:nvPr>
        </p:nvSpPr>
        <p:spPr>
          <a:xfrm>
            <a:off x="3200400" y="273050"/>
            <a:ext cx="5486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6" name="Footer Placeholder 5"/>
          <p:cNvSpPr>
            <a:spLocks noGrp="1"/>
          </p:cNvSpPr>
          <p:nvPr>
            <p:ph type="ftr" sz="quarter" idx="11"/>
          </p:nvPr>
        </p:nvSpPr>
        <p:spPr/>
        <p:txBody>
          <a:bodyPr/>
          <a:lstStyle/>
          <a:p>
            <a:endParaRPr lang="fr-BE" dirty="0"/>
          </a:p>
        </p:txBody>
      </p:sp>
      <p:sp>
        <p:nvSpPr>
          <p:cNvPr id="7" name="Slide Number Placeholder 6"/>
          <p:cNvSpPr>
            <a:spLocks noGrp="1"/>
          </p:cNvSpPr>
          <p:nvPr>
            <p:ph type="sldNum" sz="quarter" idx="12"/>
          </p:nvPr>
        </p:nvSpPr>
        <p:spPr/>
        <p:txBody>
          <a:bodyPr/>
          <a:lstStyle/>
          <a:p>
            <a:fld id="{CF4668DC-857F-487D-BFFA-8C0CA5037977}" type="slidenum">
              <a:rPr lang="fr-BE" smtClean="0"/>
              <a:t>‹N°›</a:t>
            </a:fld>
            <a:endParaRPr lang="fr-BE" dirty="0"/>
          </a:p>
        </p:txBody>
      </p:sp>
      <p:sp>
        <p:nvSpPr>
          <p:cNvPr id="37" name="Rectangle 36"/>
          <p:cNvSpPr/>
          <p:nvPr/>
        </p:nvSpPr>
        <p:spPr>
          <a:xfrm>
            <a:off x="0" y="1563624"/>
            <a:ext cx="2761488" cy="3313176"/>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dirty="0">
              <a:solidFill>
                <a:prstClr val="white"/>
              </a:solidFill>
              <a:latin typeface="Tw Cen MT"/>
              <a:ea typeface="+mn-ea"/>
              <a:cs typeface="+mn-cs"/>
            </a:endParaRPr>
          </a:p>
        </p:txBody>
      </p:sp>
      <p:cxnSp>
        <p:nvCxnSpPr>
          <p:cNvPr id="39" name="Straight Connector 38"/>
          <p:cNvCxnSpPr/>
          <p:nvPr/>
        </p:nvCxnSpPr>
        <p:spPr>
          <a:xfrm rot="5400000">
            <a:off x="1128157" y="3221339"/>
            <a:ext cx="3017520" cy="79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0" y="1712976"/>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0" y="4733544"/>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2400" y="1901952"/>
            <a:ext cx="2377440" cy="1371600"/>
          </a:xfrm>
        </p:spPr>
        <p:txBody>
          <a:bodyPr anchor="b">
            <a:normAutofit/>
          </a:bodyPr>
          <a:lstStyle>
            <a:lvl1pPr algn="l" defTabSz="914400" rtl="0" eaLnBrk="1" latinLnBrk="0" hangingPunct="1">
              <a:spcBef>
                <a:spcPct val="0"/>
              </a:spcBef>
              <a:buNone/>
              <a:tabLst>
                <a:tab pos="3830638" algn="l"/>
              </a:tabLst>
              <a:defRPr lang="en-US" sz="2600" b="1" kern="1200" cap="none" spc="20" baseline="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latin typeface="+mj-lt"/>
                <a:ea typeface="+mj-ea"/>
                <a:cs typeface="+mj-cs"/>
              </a:defRPr>
            </a:lvl1pPr>
          </a:lstStyle>
          <a:p>
            <a:r>
              <a:rPr lang="fr-FR" smtClean="0"/>
              <a:t>Modifiez le style du titre</a:t>
            </a:r>
            <a:endParaRPr lang="en-US" dirty="0"/>
          </a:p>
        </p:txBody>
      </p:sp>
      <p:sp>
        <p:nvSpPr>
          <p:cNvPr id="4" name="Text Placeholder 3"/>
          <p:cNvSpPr>
            <a:spLocks noGrp="1"/>
          </p:cNvSpPr>
          <p:nvPr>
            <p:ph type="body" sz="half" idx="2"/>
          </p:nvPr>
        </p:nvSpPr>
        <p:spPr>
          <a:xfrm>
            <a:off x="152400" y="3273552"/>
            <a:ext cx="2377440" cy="1371600"/>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200400" y="381000"/>
            <a:ext cx="5562600" cy="5638800"/>
          </a:xfrm>
          <a:solidFill>
            <a:schemeClr val="bg2"/>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smtClean="0"/>
              <a:t>Cliquez sur l'icône pour ajouter une image</a:t>
            </a:r>
            <a:endParaRPr lang="en-US" dirty="0"/>
          </a:p>
        </p:txBody>
      </p:sp>
      <p:sp>
        <p:nvSpPr>
          <p:cNvPr id="5" name="Date Placeholder 4"/>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6" name="Footer Placeholder 5"/>
          <p:cNvSpPr>
            <a:spLocks noGrp="1"/>
          </p:cNvSpPr>
          <p:nvPr>
            <p:ph type="ftr" sz="quarter" idx="11"/>
          </p:nvPr>
        </p:nvSpPr>
        <p:spPr/>
        <p:txBody>
          <a:bodyPr/>
          <a:lstStyle/>
          <a:p>
            <a:endParaRPr lang="fr-BE" dirty="0"/>
          </a:p>
        </p:txBody>
      </p:sp>
      <p:sp>
        <p:nvSpPr>
          <p:cNvPr id="7" name="Slide Number Placeholder 6"/>
          <p:cNvSpPr>
            <a:spLocks noGrp="1"/>
          </p:cNvSpPr>
          <p:nvPr>
            <p:ph type="sldNum" sz="quarter" idx="12"/>
          </p:nvPr>
        </p:nvSpPr>
        <p:spPr/>
        <p:txBody>
          <a:bodyPr/>
          <a:lstStyle/>
          <a:p>
            <a:fld id="{CF4668DC-857F-487D-BFFA-8C0CA5037977}" type="slidenum">
              <a:rPr lang="fr-BE" smtClean="0"/>
              <a:t>‹N°›</a:t>
            </a:fld>
            <a:endParaRPr lang="fr-BE" dirty="0"/>
          </a:p>
        </p:txBody>
      </p:sp>
      <p:sp>
        <p:nvSpPr>
          <p:cNvPr id="33" name="Rectangle 32"/>
          <p:cNvSpPr/>
          <p:nvPr/>
        </p:nvSpPr>
        <p:spPr>
          <a:xfrm>
            <a:off x="0" y="1563624"/>
            <a:ext cx="2761488" cy="3313176"/>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dirty="0">
              <a:solidFill>
                <a:prstClr val="white"/>
              </a:solidFill>
              <a:latin typeface="Tw Cen MT"/>
              <a:ea typeface="+mn-ea"/>
              <a:cs typeface="+mn-cs"/>
            </a:endParaRPr>
          </a:p>
        </p:txBody>
      </p:sp>
      <p:cxnSp>
        <p:nvCxnSpPr>
          <p:cNvPr id="34" name="Straight Connector 33"/>
          <p:cNvCxnSpPr/>
          <p:nvPr/>
        </p:nvCxnSpPr>
        <p:spPr>
          <a:xfrm rot="5400000">
            <a:off x="1128157" y="3221339"/>
            <a:ext cx="3017520" cy="79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0" y="1712976"/>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0" y="4733544"/>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5448" y="1905000"/>
            <a:ext cx="2377440" cy="1371600"/>
          </a:xfrm>
        </p:spPr>
        <p:txBody>
          <a:bodyPr anchor="b">
            <a:normAutofit/>
          </a:bodyPr>
          <a:lstStyle>
            <a:lvl1pPr algn="l">
              <a:defRPr sz="2600" b="1" cap="none" spc="20" baseline="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defRPr>
            </a:lvl1pPr>
          </a:lstStyle>
          <a:p>
            <a:r>
              <a:rPr lang="fr-FR" smtClean="0"/>
              <a:t>Modifiez le style du titre</a:t>
            </a:r>
            <a:endParaRPr lang="en-US" dirty="0"/>
          </a:p>
        </p:txBody>
      </p:sp>
      <p:sp>
        <p:nvSpPr>
          <p:cNvPr id="4" name="Text Placeholder 3"/>
          <p:cNvSpPr>
            <a:spLocks noGrp="1"/>
          </p:cNvSpPr>
          <p:nvPr>
            <p:ph type="body" sz="half" idx="2"/>
          </p:nvPr>
        </p:nvSpPr>
        <p:spPr>
          <a:xfrm>
            <a:off x="152400" y="3276600"/>
            <a:ext cx="2377440" cy="1371600"/>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Date Placeholder 3"/>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5" name="Footer Placeholder 4"/>
          <p:cNvSpPr>
            <a:spLocks noGrp="1"/>
          </p:cNvSpPr>
          <p:nvPr>
            <p:ph type="ftr" sz="quarter" idx="11"/>
          </p:nvPr>
        </p:nvSpPr>
        <p:spPr/>
        <p:txBody>
          <a:bodyPr/>
          <a:lstStyle/>
          <a:p>
            <a:endParaRPr lang="fr-BE" dirty="0"/>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fr-FR" smtClean="0"/>
              <a:t>Modifiez le style du titre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Date Placeholder 3"/>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5" name="Footer Placeholder 4"/>
          <p:cNvSpPr>
            <a:spLocks noGrp="1"/>
          </p:cNvSpPr>
          <p:nvPr>
            <p:ph type="ftr" sz="quarter" idx="11"/>
          </p:nvPr>
        </p:nvSpPr>
        <p:spPr/>
        <p:txBody>
          <a:bodyPr/>
          <a:lstStyle/>
          <a:p>
            <a:endParaRPr lang="fr-BE" dirty="0"/>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859280"/>
            <a:ext cx="6400800" cy="1295400"/>
          </a:xfrm>
        </p:spPr>
        <p:txBody>
          <a:bodyPr/>
          <a:lstStyle/>
          <a:p>
            <a:r>
              <a:rPr lang="fr-FR" smtClean="0"/>
              <a:t>Modifiez le style du titre</a:t>
            </a:r>
            <a:endParaRPr lang="en-US" dirty="0"/>
          </a:p>
        </p:txBody>
      </p:sp>
      <p:pic>
        <p:nvPicPr>
          <p:cNvPr id="8" name="Picture 7" descr="flourish2.png"/>
          <p:cNvPicPr>
            <a:picLocks noChangeAspect="1"/>
          </p:cNvPicPr>
          <p:nvPr/>
        </p:nvPicPr>
        <p:blipFill>
          <a:blip r:embed="rId2">
            <a:duotone>
              <a:prstClr val="black"/>
              <a:schemeClr val="tx2">
                <a:tint val="45000"/>
                <a:satMod val="400000"/>
              </a:schemeClr>
            </a:duotone>
            <a:lum bright="-14000"/>
          </a:blip>
          <a:stretch>
            <a:fillRect/>
          </a:stretch>
        </p:blipFill>
        <p:spPr>
          <a:xfrm>
            <a:off x="0" y="2801112"/>
            <a:ext cx="9144000" cy="932688"/>
          </a:xfrm>
          <a:prstGeom prst="rect">
            <a:avLst/>
          </a:prstGeom>
        </p:spPr>
      </p:pic>
      <p:sp>
        <p:nvSpPr>
          <p:cNvPr id="3" name="Subtitle 2"/>
          <p:cNvSpPr>
            <a:spLocks noGrp="1"/>
          </p:cNvSpPr>
          <p:nvPr>
            <p:ph type="subTitle" idx="1"/>
          </p:nvPr>
        </p:nvSpPr>
        <p:spPr>
          <a:xfrm>
            <a:off x="1371600" y="3429000"/>
            <a:ext cx="6400800" cy="762000"/>
          </a:xfrm>
        </p:spPr>
        <p:txBody>
          <a:bodyPr>
            <a:normAutofit/>
          </a:bodyPr>
          <a:lstStyle>
            <a:lvl1pPr marL="0" indent="0" algn="ctr">
              <a:buNone/>
              <a:defRPr sz="2000" i="1" baseline="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4" name="Date Placeholder 3"/>
          <p:cNvSpPr>
            <a:spLocks noGrp="1"/>
          </p:cNvSpPr>
          <p:nvPr>
            <p:ph type="dt" sz="half" idx="10"/>
          </p:nvPr>
        </p:nvSpPr>
        <p:spPr bwMode="white"/>
        <p:txBody>
          <a:bodyPr/>
          <a:lstStyle/>
          <a:p>
            <a:fld id="{AA309A6D-C09C-4548-B29A-6CF363A7E532}" type="datetimeFigureOut">
              <a:rPr lang="fr-FR" smtClean="0"/>
              <a:t>16/02/2026</a:t>
            </a:fld>
            <a:endParaRPr lang="fr-BE" dirty="0"/>
          </a:p>
        </p:txBody>
      </p:sp>
      <p:sp>
        <p:nvSpPr>
          <p:cNvPr id="5" name="Footer Placeholder 4"/>
          <p:cNvSpPr>
            <a:spLocks noGrp="1"/>
          </p:cNvSpPr>
          <p:nvPr>
            <p:ph type="ftr" sz="quarter" idx="11"/>
          </p:nvPr>
        </p:nvSpPr>
        <p:spPr bwMode="white"/>
        <p:txBody>
          <a:bodyPr/>
          <a:lstStyle/>
          <a:p>
            <a:endParaRPr lang="fr-BE" dirty="0"/>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a:xfrm>
            <a:off x="1371600" y="2438400"/>
            <a:ext cx="6400800" cy="3048001"/>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5" name="Footer Placeholder 4"/>
          <p:cNvSpPr>
            <a:spLocks noGrp="1"/>
          </p:cNvSpPr>
          <p:nvPr>
            <p:ph type="ftr" sz="quarter" idx="11"/>
          </p:nvPr>
        </p:nvSpPr>
        <p:spPr/>
        <p:txBody>
          <a:bodyPr/>
          <a:lstStyle/>
          <a:p>
            <a:endParaRPr lang="fr-BE" dirty="0"/>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dirty="0"/>
          </a:p>
        </p:txBody>
      </p:sp>
      <p:pic>
        <p:nvPicPr>
          <p:cNvPr id="9" name="Picture 8" descr="flourish2.png"/>
          <p:cNvPicPr>
            <a:picLocks noChangeAspect="1"/>
          </p:cNvPicPr>
          <p:nvPr/>
        </p:nvPicPr>
        <p:blipFill>
          <a:blip r:embed="rId2">
            <a:duotone>
              <a:prstClr val="black"/>
              <a:schemeClr val="tx2">
                <a:tint val="45000"/>
                <a:satMod val="400000"/>
              </a:schemeClr>
            </a:duotone>
            <a:lum bright="-14000"/>
          </a:blip>
          <a:stretch>
            <a:fillRect/>
          </a:stretch>
        </p:blipFill>
        <p:spPr>
          <a:xfrm>
            <a:off x="0" y="1618488"/>
            <a:ext cx="9144000" cy="932688"/>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5" name="Footer Placeholder 4"/>
          <p:cNvSpPr>
            <a:spLocks noGrp="1"/>
          </p:cNvSpPr>
          <p:nvPr>
            <p:ph type="ftr" sz="quarter" idx="11"/>
          </p:nvPr>
        </p:nvSpPr>
        <p:spPr/>
        <p:txBody>
          <a:bodyPr/>
          <a:lstStyle/>
          <a:p>
            <a:endParaRPr lang="fr-BE" dirty="0"/>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dirty="0"/>
          </a:p>
        </p:txBody>
      </p:sp>
      <p:pic>
        <p:nvPicPr>
          <p:cNvPr id="7" name="Picture 6" descr="flourish2.png"/>
          <p:cNvPicPr>
            <a:picLocks noChangeAspect="1"/>
          </p:cNvPicPr>
          <p:nvPr/>
        </p:nvPicPr>
        <p:blipFill>
          <a:blip r:embed="rId2">
            <a:duotone>
              <a:prstClr val="black"/>
              <a:schemeClr val="tx2">
                <a:tint val="45000"/>
                <a:satMod val="400000"/>
              </a:schemeClr>
            </a:duotone>
            <a:lum bright="-14000"/>
          </a:blip>
          <a:stretch>
            <a:fillRect/>
          </a:stretch>
        </p:blipFill>
        <p:spPr>
          <a:xfrm>
            <a:off x="0" y="2684462"/>
            <a:ext cx="9144000" cy="932688"/>
          </a:xfrm>
          <a:prstGeom prst="rect">
            <a:avLst/>
          </a:prstGeom>
        </p:spPr>
      </p:pic>
      <p:sp>
        <p:nvSpPr>
          <p:cNvPr id="2" name="Title 1"/>
          <p:cNvSpPr>
            <a:spLocks noGrp="1"/>
          </p:cNvSpPr>
          <p:nvPr>
            <p:ph type="title"/>
          </p:nvPr>
        </p:nvSpPr>
        <p:spPr>
          <a:xfrm>
            <a:off x="1447800" y="3410267"/>
            <a:ext cx="6248400" cy="1456373"/>
          </a:xfrm>
        </p:spPr>
        <p:txBody>
          <a:bodyPr anchor="t">
            <a:normAutofit/>
          </a:bodyPr>
          <a:lstStyle>
            <a:lvl1pPr algn="ctr">
              <a:defRPr sz="3600" b="0" i="0" cap="all" baseline="0"/>
            </a:lvl1pPr>
          </a:lstStyle>
          <a:p>
            <a:r>
              <a:rPr lang="fr-FR" smtClean="0"/>
              <a:t>Modifiez le style du titre</a:t>
            </a:r>
            <a:endParaRPr lang="en-US" dirty="0"/>
          </a:p>
        </p:txBody>
      </p:sp>
      <p:sp>
        <p:nvSpPr>
          <p:cNvPr id="3" name="Text Placeholder 2"/>
          <p:cNvSpPr>
            <a:spLocks noGrp="1"/>
          </p:cNvSpPr>
          <p:nvPr>
            <p:ph type="body" idx="1"/>
          </p:nvPr>
        </p:nvSpPr>
        <p:spPr>
          <a:xfrm>
            <a:off x="1447800" y="1503680"/>
            <a:ext cx="6248400" cy="1566862"/>
          </a:xfrm>
        </p:spPr>
        <p:txBody>
          <a:bodyPr anchor="b"/>
          <a:lstStyle>
            <a:lvl1pPr marL="0" indent="0" algn="ctr">
              <a:buNone/>
              <a:defRPr sz="2000" b="0" i="1"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pic>
        <p:nvPicPr>
          <p:cNvPr id="8" name="Picture 7" descr="flourish2.png"/>
          <p:cNvPicPr>
            <a:picLocks noChangeAspect="1"/>
          </p:cNvPicPr>
          <p:nvPr/>
        </p:nvPicPr>
        <p:blipFill>
          <a:blip r:embed="rId2">
            <a:duotone>
              <a:prstClr val="black"/>
              <a:schemeClr val="tx2">
                <a:tint val="45000"/>
                <a:satMod val="400000"/>
              </a:schemeClr>
            </a:duotone>
            <a:lum bright="-14000"/>
          </a:blip>
          <a:stretch>
            <a:fillRect/>
          </a:stretch>
        </p:blipFill>
        <p:spPr>
          <a:xfrm>
            <a:off x="0" y="2684462"/>
            <a:ext cx="9144000" cy="932688"/>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10" name="Content Placeholder 9"/>
          <p:cNvSpPr>
            <a:spLocks noGrp="1"/>
          </p:cNvSpPr>
          <p:nvPr>
            <p:ph sz="quarter" idx="13"/>
          </p:nvPr>
        </p:nvSpPr>
        <p:spPr>
          <a:xfrm>
            <a:off x="1371600" y="2438400"/>
            <a:ext cx="3124200" cy="3124200"/>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2" name="Title 1"/>
          <p:cNvSpPr>
            <a:spLocks noGrp="1"/>
          </p:cNvSpPr>
          <p:nvPr>
            <p:ph type="title"/>
          </p:nvPr>
        </p:nvSpPr>
        <p:spPr/>
        <p:txBody>
          <a:bodyPr/>
          <a:lstStyle/>
          <a:p>
            <a:r>
              <a:rPr lang="fr-FR" smtClean="0"/>
              <a:t>Modifiez le style du titre</a:t>
            </a:r>
            <a:endParaRPr lang="en-US"/>
          </a:p>
        </p:txBody>
      </p:sp>
      <p:sp>
        <p:nvSpPr>
          <p:cNvPr id="5" name="Date Placeholder 4"/>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6" name="Footer Placeholder 5"/>
          <p:cNvSpPr>
            <a:spLocks noGrp="1"/>
          </p:cNvSpPr>
          <p:nvPr>
            <p:ph type="ftr" sz="quarter" idx="11"/>
          </p:nvPr>
        </p:nvSpPr>
        <p:spPr/>
        <p:txBody>
          <a:bodyPr/>
          <a:lstStyle/>
          <a:p>
            <a:endParaRPr lang="fr-BE" dirty="0"/>
          </a:p>
        </p:txBody>
      </p:sp>
      <p:sp>
        <p:nvSpPr>
          <p:cNvPr id="7" name="Slide Number Placeholder 6"/>
          <p:cNvSpPr>
            <a:spLocks noGrp="1"/>
          </p:cNvSpPr>
          <p:nvPr>
            <p:ph type="sldNum" sz="quarter" idx="12"/>
          </p:nvPr>
        </p:nvSpPr>
        <p:spPr/>
        <p:txBody>
          <a:bodyPr/>
          <a:lstStyle/>
          <a:p>
            <a:fld id="{CF4668DC-857F-487D-BFFA-8C0CA5037977}" type="slidenum">
              <a:rPr lang="fr-BE" smtClean="0"/>
              <a:t>‹N°›</a:t>
            </a:fld>
            <a:endParaRPr lang="fr-BE" dirty="0"/>
          </a:p>
        </p:txBody>
      </p:sp>
      <p:sp>
        <p:nvSpPr>
          <p:cNvPr id="12" name="Content Placeholder 11"/>
          <p:cNvSpPr>
            <a:spLocks noGrp="1"/>
          </p:cNvSpPr>
          <p:nvPr>
            <p:ph sz="quarter" idx="14"/>
          </p:nvPr>
        </p:nvSpPr>
        <p:spPr>
          <a:xfrm>
            <a:off x="4648200" y="2438400"/>
            <a:ext cx="3124200" cy="3124200"/>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pic>
        <p:nvPicPr>
          <p:cNvPr id="9" name="Picture 8" descr="flourish2.png"/>
          <p:cNvPicPr>
            <a:picLocks noChangeAspect="1"/>
          </p:cNvPicPr>
          <p:nvPr/>
        </p:nvPicPr>
        <p:blipFill>
          <a:blip r:embed="rId2">
            <a:duotone>
              <a:prstClr val="black"/>
              <a:schemeClr val="tx2">
                <a:tint val="45000"/>
                <a:satMod val="400000"/>
              </a:schemeClr>
            </a:duotone>
            <a:lum bright="-14000"/>
          </a:blip>
          <a:stretch>
            <a:fillRect/>
          </a:stretch>
        </p:blipFill>
        <p:spPr>
          <a:xfrm>
            <a:off x="0" y="1618488"/>
            <a:ext cx="9144000" cy="932688"/>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pic>
        <p:nvPicPr>
          <p:cNvPr id="12" name="Picture 11" descr="flourish2.png"/>
          <p:cNvPicPr>
            <a:picLocks noChangeAspect="1"/>
          </p:cNvPicPr>
          <p:nvPr/>
        </p:nvPicPr>
        <p:blipFill>
          <a:blip r:embed="rId2">
            <a:clrChange>
              <a:clrFrom>
                <a:srgbClr val="000000">
                  <a:alpha val="0"/>
                </a:srgbClr>
              </a:clrFrom>
              <a:clrTo>
                <a:srgbClr val="000000">
                  <a:alpha val="0"/>
                </a:srgbClr>
              </a:clrTo>
            </a:clrChange>
            <a:lum bright="-14000"/>
          </a:blip>
          <a:stretch>
            <a:fillRect/>
          </a:stretch>
        </p:blipFill>
        <p:spPr>
          <a:xfrm>
            <a:off x="0" y="1618488"/>
            <a:ext cx="9144000" cy="932688"/>
          </a:xfrm>
          <a:prstGeom prst="rect">
            <a:avLst/>
          </a:prstGeom>
        </p:spPr>
      </p:pic>
      <p:sp>
        <p:nvSpPr>
          <p:cNvPr id="11" name="Content Placeholder 10"/>
          <p:cNvSpPr>
            <a:spLocks noGrp="1"/>
          </p:cNvSpPr>
          <p:nvPr>
            <p:ph sz="quarter" idx="13"/>
          </p:nvPr>
        </p:nvSpPr>
        <p:spPr>
          <a:xfrm>
            <a:off x="1371600" y="2819400"/>
            <a:ext cx="3124200" cy="2743200"/>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13" name="Content Placeholder 12"/>
          <p:cNvSpPr>
            <a:spLocks noGrp="1"/>
          </p:cNvSpPr>
          <p:nvPr>
            <p:ph sz="quarter" idx="14"/>
          </p:nvPr>
        </p:nvSpPr>
        <p:spPr>
          <a:xfrm>
            <a:off x="4648200" y="2819400"/>
            <a:ext cx="3124200" cy="2743200"/>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2" name="Title 1"/>
          <p:cNvSpPr>
            <a:spLocks noGrp="1"/>
          </p:cNvSpPr>
          <p:nvPr>
            <p:ph type="title"/>
          </p:nvPr>
        </p:nvSpPr>
        <p:spPr/>
        <p:txBody>
          <a:bodyPr/>
          <a:lstStyle>
            <a:lvl1pPr>
              <a:defRPr/>
            </a:lvl1pPr>
          </a:lstStyle>
          <a:p>
            <a:r>
              <a:rPr lang="fr-FR" smtClean="0"/>
              <a:t>Modifiez le style du titre</a:t>
            </a:r>
            <a:endParaRPr lang="en-US"/>
          </a:p>
        </p:txBody>
      </p:sp>
      <p:sp>
        <p:nvSpPr>
          <p:cNvPr id="3" name="Text Placeholder 2"/>
          <p:cNvSpPr>
            <a:spLocks noGrp="1"/>
          </p:cNvSpPr>
          <p:nvPr>
            <p:ph type="body" idx="1"/>
          </p:nvPr>
        </p:nvSpPr>
        <p:spPr>
          <a:xfrm>
            <a:off x="1371600" y="2362201"/>
            <a:ext cx="3125788" cy="451338"/>
          </a:xfrm>
        </p:spPr>
        <p:txBody>
          <a:bodyPr anchor="b"/>
          <a:lstStyle>
            <a:lvl1pPr marL="0" indent="0" algn="ctr">
              <a:buNone/>
              <a:defRPr sz="18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5" name="Text Placeholder 4"/>
          <p:cNvSpPr>
            <a:spLocks noGrp="1"/>
          </p:cNvSpPr>
          <p:nvPr>
            <p:ph type="body" sz="quarter" idx="3"/>
          </p:nvPr>
        </p:nvSpPr>
        <p:spPr>
          <a:xfrm>
            <a:off x="4645025" y="2359152"/>
            <a:ext cx="3127375" cy="448056"/>
          </a:xfrm>
        </p:spPr>
        <p:txBody>
          <a:bodyPr anchor="b"/>
          <a:lstStyle>
            <a:lvl1pPr marL="0" indent="0" algn="ctr">
              <a:buNone/>
              <a:defRPr sz="18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7" name="Date Placeholder 6"/>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8" name="Footer Placeholder 7"/>
          <p:cNvSpPr>
            <a:spLocks noGrp="1"/>
          </p:cNvSpPr>
          <p:nvPr>
            <p:ph type="ftr" sz="quarter" idx="11"/>
          </p:nvPr>
        </p:nvSpPr>
        <p:spPr/>
        <p:txBody>
          <a:bodyPr/>
          <a:lstStyle/>
          <a:p>
            <a:endParaRPr lang="fr-BE" dirty="0"/>
          </a:p>
        </p:txBody>
      </p:sp>
      <p:sp>
        <p:nvSpPr>
          <p:cNvPr id="9" name="Slide Number Placeholder 8"/>
          <p:cNvSpPr>
            <a:spLocks noGrp="1"/>
          </p:cNvSpPr>
          <p:nvPr>
            <p:ph type="sldNum" sz="quarter" idx="12"/>
          </p:nvPr>
        </p:nvSpPr>
        <p:spPr/>
        <p:txBody>
          <a:bodyPr/>
          <a:lstStyle/>
          <a:p>
            <a:fld id="{CF4668DC-857F-487D-BFFA-8C0CA5037977}" type="slidenum">
              <a:rPr lang="fr-BE" smtClean="0"/>
              <a:t>‹N°›</a:t>
            </a:fld>
            <a:endParaRPr lang="fr-BE"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a:p>
        </p:txBody>
      </p:sp>
      <p:sp>
        <p:nvSpPr>
          <p:cNvPr id="3" name="Date Placeholder 2"/>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4" name="Footer Placeholder 3"/>
          <p:cNvSpPr>
            <a:spLocks noGrp="1"/>
          </p:cNvSpPr>
          <p:nvPr>
            <p:ph type="ftr" sz="quarter" idx="11"/>
          </p:nvPr>
        </p:nvSpPr>
        <p:spPr/>
        <p:txBody>
          <a:bodyPr/>
          <a:lstStyle/>
          <a:p>
            <a:endParaRPr lang="fr-BE" dirty="0"/>
          </a:p>
        </p:txBody>
      </p:sp>
      <p:sp>
        <p:nvSpPr>
          <p:cNvPr id="5" name="Slide Number Placeholder 4"/>
          <p:cNvSpPr>
            <a:spLocks noGrp="1"/>
          </p:cNvSpPr>
          <p:nvPr>
            <p:ph type="sldNum" sz="quarter" idx="12"/>
          </p:nvPr>
        </p:nvSpPr>
        <p:spPr/>
        <p:txBody>
          <a:bodyPr/>
          <a:lstStyle/>
          <a:p>
            <a:fld id="{CF4668DC-857F-487D-BFFA-8C0CA5037977}" type="slidenum">
              <a:rPr lang="fr-BE" smtClean="0"/>
              <a:t>‹N°›</a:t>
            </a:fld>
            <a:endParaRPr lang="fr-BE" dirty="0"/>
          </a:p>
        </p:txBody>
      </p:sp>
      <p:pic>
        <p:nvPicPr>
          <p:cNvPr id="7" name="Picture 6" descr="flourish2.png"/>
          <p:cNvPicPr>
            <a:picLocks noChangeAspect="1"/>
          </p:cNvPicPr>
          <p:nvPr/>
        </p:nvPicPr>
        <p:blipFill>
          <a:blip r:embed="rId2">
            <a:duotone>
              <a:prstClr val="black"/>
              <a:schemeClr val="tx2">
                <a:tint val="45000"/>
                <a:satMod val="400000"/>
              </a:schemeClr>
            </a:duotone>
            <a:lum bright="-14000"/>
          </a:blip>
          <a:stretch>
            <a:fillRect/>
          </a:stretch>
        </p:blipFill>
        <p:spPr>
          <a:xfrm>
            <a:off x="0" y="1618488"/>
            <a:ext cx="9144000" cy="932688"/>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6" name="Footer Placeholder 5"/>
          <p:cNvSpPr>
            <a:spLocks noGrp="1"/>
          </p:cNvSpPr>
          <p:nvPr>
            <p:ph type="ftr" sz="quarter" idx="11"/>
          </p:nvPr>
        </p:nvSpPr>
        <p:spPr/>
        <p:txBody>
          <a:bodyPr/>
          <a:lstStyle/>
          <a:p>
            <a:endParaRPr lang="fr-BE" dirty="0"/>
          </a:p>
        </p:txBody>
      </p:sp>
      <p:sp>
        <p:nvSpPr>
          <p:cNvPr id="7" name="Slide Number Placeholder 6"/>
          <p:cNvSpPr>
            <a:spLocks noGrp="1"/>
          </p:cNvSpPr>
          <p:nvPr>
            <p:ph type="sldNum" sz="quarter" idx="12"/>
          </p:nvPr>
        </p:nvSpPr>
        <p:spPr/>
        <p:txBody>
          <a:bodyPr/>
          <a:lstStyle/>
          <a:p>
            <a:fld id="{CF4668DC-857F-487D-BFFA-8C0CA5037977}" type="slidenum">
              <a:rPr lang="fr-BE" smtClean="0"/>
              <a:t>‹N°›</a:t>
            </a:fld>
            <a:endParaRPr lang="fr-BE"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953001" y="1676400"/>
            <a:ext cx="2819399" cy="599440"/>
          </a:xfrm>
        </p:spPr>
        <p:txBody>
          <a:bodyPr anchor="b">
            <a:noAutofit/>
          </a:bodyPr>
          <a:lstStyle>
            <a:lvl1pPr algn="ctr">
              <a:defRPr sz="1700" b="1" cap="all" spc="0" baseline="0"/>
            </a:lvl1pPr>
          </a:lstStyle>
          <a:p>
            <a:r>
              <a:rPr lang="fr-FR" smtClean="0"/>
              <a:t>Modifiez le style du titre</a:t>
            </a:r>
            <a:endParaRPr lang="en-US" dirty="0"/>
          </a:p>
        </p:txBody>
      </p:sp>
      <p:sp>
        <p:nvSpPr>
          <p:cNvPr id="4" name="Text Placeholder 3"/>
          <p:cNvSpPr>
            <a:spLocks noGrp="1"/>
          </p:cNvSpPr>
          <p:nvPr>
            <p:ph type="body" sz="half" idx="2"/>
          </p:nvPr>
        </p:nvSpPr>
        <p:spPr>
          <a:xfrm>
            <a:off x="4953001" y="2275840"/>
            <a:ext cx="2819399" cy="2905760"/>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6" name="Footer Placeholder 5"/>
          <p:cNvSpPr>
            <a:spLocks noGrp="1"/>
          </p:cNvSpPr>
          <p:nvPr>
            <p:ph type="ftr" sz="quarter" idx="11"/>
          </p:nvPr>
        </p:nvSpPr>
        <p:spPr/>
        <p:txBody>
          <a:bodyPr/>
          <a:lstStyle/>
          <a:p>
            <a:endParaRPr lang="fr-BE" dirty="0"/>
          </a:p>
        </p:txBody>
      </p:sp>
      <p:sp>
        <p:nvSpPr>
          <p:cNvPr id="7" name="Slide Number Placeholder 6"/>
          <p:cNvSpPr>
            <a:spLocks noGrp="1"/>
          </p:cNvSpPr>
          <p:nvPr>
            <p:ph type="sldNum" sz="quarter" idx="12"/>
          </p:nvPr>
        </p:nvSpPr>
        <p:spPr/>
        <p:txBody>
          <a:bodyPr/>
          <a:lstStyle/>
          <a:p>
            <a:fld id="{CF4668DC-857F-487D-BFFA-8C0CA5037977}" type="slidenum">
              <a:rPr lang="fr-BE" smtClean="0"/>
              <a:t>‹N°›</a:t>
            </a:fld>
            <a:endParaRPr lang="fr-BE" dirty="0"/>
          </a:p>
        </p:txBody>
      </p:sp>
      <p:sp>
        <p:nvSpPr>
          <p:cNvPr id="9" name="Content Placeholder 8"/>
          <p:cNvSpPr>
            <a:spLocks noGrp="1"/>
          </p:cNvSpPr>
          <p:nvPr>
            <p:ph sz="quarter" idx="13"/>
          </p:nvPr>
        </p:nvSpPr>
        <p:spPr>
          <a:xfrm>
            <a:off x="1371600" y="1676400"/>
            <a:ext cx="3276600" cy="3505200"/>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10" name="Plaque 9"/>
          <p:cNvSpPr/>
          <p:nvPr/>
        </p:nvSpPr>
        <p:spPr>
          <a:xfrm>
            <a:off x="1463040" y="1847088"/>
            <a:ext cx="3090672" cy="3090672"/>
          </a:xfrm>
          <a:prstGeom prst="plaque">
            <a:avLst>
              <a:gd name="adj" fmla="val 8438"/>
            </a:avLst>
          </a:prstGeom>
          <a:noFill/>
          <a:ln w="9525">
            <a:solidFill>
              <a:schemeClr val="tx2">
                <a:alpha val="17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953000" y="1676400"/>
            <a:ext cx="2819400" cy="599440"/>
          </a:xfrm>
        </p:spPr>
        <p:txBody>
          <a:bodyPr anchor="b">
            <a:noAutofit/>
          </a:bodyPr>
          <a:lstStyle>
            <a:lvl1pPr algn="ctr">
              <a:defRPr sz="1700" b="1" cap="all" spc="0" baseline="0"/>
            </a:lvl1pPr>
          </a:lstStyle>
          <a:p>
            <a:r>
              <a:rPr lang="fr-FR" smtClean="0"/>
              <a:t>Modifiez le style du titre</a:t>
            </a:r>
            <a:endParaRPr lang="en-US" dirty="0"/>
          </a:p>
        </p:txBody>
      </p:sp>
      <p:sp>
        <p:nvSpPr>
          <p:cNvPr id="3" name="Picture Placeholder 2"/>
          <p:cNvSpPr>
            <a:spLocks noGrp="1"/>
          </p:cNvSpPr>
          <p:nvPr>
            <p:ph type="pic" idx="1"/>
          </p:nvPr>
        </p:nvSpPr>
        <p:spPr>
          <a:xfrm>
            <a:off x="1524000" y="1905000"/>
            <a:ext cx="2971800" cy="2971800"/>
          </a:xfrm>
          <a:prstGeom prst="plaque">
            <a:avLst>
              <a:gd name="adj" fmla="val 8341"/>
            </a:avLst>
          </a:prstGeom>
          <a:solidFill>
            <a:schemeClr val="bg1">
              <a:lumMod val="95000"/>
              <a:alpha val="35000"/>
            </a:schemeClr>
          </a:solidFill>
          <a:ln w="98425" cmpd="thinThick">
            <a:noFill/>
            <a:bevel/>
          </a:ln>
        </p:spPr>
        <p:txBody>
          <a:bodyPr>
            <a:normAutofit/>
          </a:bodyPr>
          <a:lstStyle>
            <a:lvl1pPr marL="0" indent="0" algn="ctr">
              <a:buNone/>
              <a:defRPr sz="18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smtClean="0"/>
              <a:t>Cliquez sur l'icône pour ajouter une image</a:t>
            </a:r>
            <a:endParaRPr lang="en-US" dirty="0"/>
          </a:p>
        </p:txBody>
      </p:sp>
      <p:sp>
        <p:nvSpPr>
          <p:cNvPr id="4" name="Text Placeholder 3"/>
          <p:cNvSpPr>
            <a:spLocks noGrp="1"/>
          </p:cNvSpPr>
          <p:nvPr>
            <p:ph type="body" sz="half" idx="2"/>
          </p:nvPr>
        </p:nvSpPr>
        <p:spPr>
          <a:xfrm>
            <a:off x="4953000" y="2276856"/>
            <a:ext cx="2819400" cy="2875280"/>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6" name="Footer Placeholder 5"/>
          <p:cNvSpPr>
            <a:spLocks noGrp="1"/>
          </p:cNvSpPr>
          <p:nvPr>
            <p:ph type="ftr" sz="quarter" idx="11"/>
          </p:nvPr>
        </p:nvSpPr>
        <p:spPr/>
        <p:txBody>
          <a:bodyPr/>
          <a:lstStyle/>
          <a:p>
            <a:endParaRPr lang="fr-BE" dirty="0"/>
          </a:p>
        </p:txBody>
      </p:sp>
      <p:sp>
        <p:nvSpPr>
          <p:cNvPr id="7" name="Slide Number Placeholder 6"/>
          <p:cNvSpPr>
            <a:spLocks noGrp="1"/>
          </p:cNvSpPr>
          <p:nvPr>
            <p:ph type="sldNum" sz="quarter" idx="12"/>
          </p:nvPr>
        </p:nvSpPr>
        <p:spPr/>
        <p:txBody>
          <a:bodyPr/>
          <a:lstStyle/>
          <a:p>
            <a:fld id="{CF4668DC-857F-487D-BFFA-8C0CA5037977}" type="slidenum">
              <a:rPr lang="fr-BE" smtClean="0"/>
              <a:t>‹N°›</a:t>
            </a:fld>
            <a:endParaRPr lang="fr-BE"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Date Placeholder 3"/>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5" name="Footer Placeholder 4"/>
          <p:cNvSpPr>
            <a:spLocks noGrp="1"/>
          </p:cNvSpPr>
          <p:nvPr>
            <p:ph type="ftr" sz="quarter" idx="11"/>
          </p:nvPr>
        </p:nvSpPr>
        <p:spPr/>
        <p:txBody>
          <a:bodyPr/>
          <a:lstStyle/>
          <a:p>
            <a:endParaRPr lang="fr-BE" dirty="0"/>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09041"/>
            <a:ext cx="1295400" cy="4318000"/>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1295400" y="1219199"/>
            <a:ext cx="5181600" cy="4267201"/>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AA309A6D-C09C-4548-B29A-6CF363A7E532}" type="datetimeFigureOut">
              <a:rPr lang="fr-FR" smtClean="0"/>
              <a:t>16/02/2026</a:t>
            </a:fld>
            <a:endParaRPr lang="fr-BE" dirty="0"/>
          </a:p>
        </p:txBody>
      </p:sp>
      <p:sp>
        <p:nvSpPr>
          <p:cNvPr id="5" name="Footer Placeholder 4"/>
          <p:cNvSpPr>
            <a:spLocks noGrp="1"/>
          </p:cNvSpPr>
          <p:nvPr>
            <p:ph type="ftr" sz="quarter" idx="11"/>
          </p:nvPr>
        </p:nvSpPr>
        <p:spPr/>
        <p:txBody>
          <a:bodyPr/>
          <a:lstStyle/>
          <a:p>
            <a:endParaRPr lang="fr-BE" dirty="0"/>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90" name="Rectangle 189"/>
          <p:cNvSpPr/>
          <p:nvPr/>
        </p:nvSpPr>
        <p:spPr>
          <a:xfrm>
            <a:off x="149352" y="137160"/>
            <a:ext cx="8869680" cy="6583680"/>
          </a:xfrm>
          <a:prstGeom prst="rect">
            <a:avLst/>
          </a:prstGeom>
          <a:noFill/>
          <a:ln w="1905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dirty="0">
              <a:solidFill>
                <a:prstClr val="white"/>
              </a:solidFill>
              <a:latin typeface="Tw Cen MT"/>
              <a:ea typeface="+mn-ea"/>
              <a:cs typeface="+mn-cs"/>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b">
            <a:normAutofit/>
          </a:bodyPr>
          <a:lstStyle/>
          <a:p>
            <a:r>
              <a:rPr lang="fr-FR" smtClean="0"/>
              <a:t>Modifiez le style du titre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457200" y="6312408"/>
            <a:ext cx="2133600" cy="365125"/>
          </a:xfrm>
          <a:prstGeom prst="rect">
            <a:avLst/>
          </a:prstGeom>
        </p:spPr>
        <p:txBody>
          <a:bodyPr vert="horz" lIns="91440" tIns="45720" rIns="91440" bIns="45720" rtlCol="0" anchor="ctr"/>
          <a:lstStyle>
            <a:lvl1pPr algn="l">
              <a:defRPr sz="1200">
                <a:solidFill>
                  <a:schemeClr val="tx2"/>
                </a:solidFill>
              </a:defRPr>
            </a:lvl1pPr>
          </a:lstStyle>
          <a:p>
            <a:fld id="{AA309A6D-C09C-4548-B29A-6CF363A7E532}" type="datetimeFigureOut">
              <a:rPr lang="fr-FR" smtClean="0"/>
              <a:t>16/02/2026</a:t>
            </a:fld>
            <a:endParaRPr lang="fr-BE" dirty="0"/>
          </a:p>
        </p:txBody>
      </p:sp>
      <p:sp>
        <p:nvSpPr>
          <p:cNvPr id="5" name="Footer Placeholder 4"/>
          <p:cNvSpPr>
            <a:spLocks noGrp="1"/>
          </p:cNvSpPr>
          <p:nvPr>
            <p:ph type="ftr" sz="quarter" idx="3"/>
          </p:nvPr>
        </p:nvSpPr>
        <p:spPr>
          <a:xfrm>
            <a:off x="2831123" y="6312408"/>
            <a:ext cx="3481754" cy="365125"/>
          </a:xfrm>
          <a:prstGeom prst="rect">
            <a:avLst/>
          </a:prstGeom>
        </p:spPr>
        <p:txBody>
          <a:bodyPr vert="horz" lIns="91440" tIns="45720" rIns="91440" bIns="45720" rtlCol="0" anchor="ctr"/>
          <a:lstStyle>
            <a:lvl1pPr algn="ctr">
              <a:defRPr sz="1200">
                <a:solidFill>
                  <a:schemeClr val="tx2"/>
                </a:solidFill>
              </a:defRPr>
            </a:lvl1pPr>
          </a:lstStyle>
          <a:p>
            <a:endParaRPr lang="fr-BE" dirty="0"/>
          </a:p>
        </p:txBody>
      </p:sp>
      <p:sp>
        <p:nvSpPr>
          <p:cNvPr id="6" name="Slide Number Placeholder 5"/>
          <p:cNvSpPr>
            <a:spLocks noGrp="1"/>
          </p:cNvSpPr>
          <p:nvPr>
            <p:ph type="sldNum" sz="quarter" idx="4"/>
          </p:nvPr>
        </p:nvSpPr>
        <p:spPr>
          <a:xfrm>
            <a:off x="6553200" y="6312408"/>
            <a:ext cx="2133600" cy="365125"/>
          </a:xfrm>
          <a:prstGeom prst="rect">
            <a:avLst/>
          </a:prstGeom>
        </p:spPr>
        <p:txBody>
          <a:bodyPr vert="horz" lIns="91440" tIns="45720" rIns="91440" bIns="45720" rtlCol="0" anchor="ctr"/>
          <a:lstStyle>
            <a:lvl1pPr algn="r">
              <a:defRPr sz="1200">
                <a:solidFill>
                  <a:schemeClr val="tx2"/>
                </a:solidFill>
              </a:defRPr>
            </a:lvl1pPr>
          </a:lstStyle>
          <a:p>
            <a:fld id="{CF4668DC-857F-487D-BFFA-8C0CA5037977}" type="slidenum">
              <a:rPr lang="fr-BE" smtClean="0"/>
              <a:t>‹N°›</a:t>
            </a:fld>
            <a:endParaRPr lang="fr-BE" dirty="0"/>
          </a:p>
        </p:txBody>
      </p:sp>
    </p:spTree>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spcBef>
          <a:spcPct val="0"/>
        </a:spcBef>
        <a:buNone/>
        <a:tabLst>
          <a:tab pos="3830638" algn="l"/>
        </a:tabLst>
        <a:defRPr sz="3600" b="1" kern="1200" cap="none" spc="50">
          <a:ln w="13335" cmpd="sng">
            <a:solidFill>
              <a:schemeClr val="accent1">
                <a:lumMod val="50000"/>
              </a:schemeClr>
            </a:solidFill>
            <a:prstDash val="solid"/>
          </a:ln>
          <a:solidFill>
            <a:schemeClr val="accent6">
              <a:tint val="1000"/>
            </a:schemeClr>
          </a:solidFill>
          <a:effectLst/>
          <a:latin typeface="+mj-lt"/>
          <a:ea typeface="+mj-ea"/>
          <a:cs typeface="+mj-cs"/>
        </a:defRPr>
      </a:lvl1pPr>
    </p:titleStyle>
    <p:bodyStyle>
      <a:lvl1pPr marL="274320" indent="-274320" algn="l" defTabSz="914400" rtl="0" eaLnBrk="1" latinLnBrk="0" hangingPunct="1">
        <a:spcBef>
          <a:spcPct val="20000"/>
        </a:spcBef>
        <a:buClr>
          <a:schemeClr val="accent1">
            <a:lumMod val="60000"/>
            <a:lumOff val="40000"/>
          </a:schemeClr>
        </a:buClr>
        <a:buFont typeface="Arial" pitchFamily="34" charset="0"/>
        <a:buChar char="•"/>
        <a:defRPr sz="2400" kern="1200">
          <a:solidFill>
            <a:schemeClr val="tx2"/>
          </a:solidFill>
          <a:latin typeface="+mn-lt"/>
          <a:ea typeface="+mn-ea"/>
          <a:cs typeface="+mn-cs"/>
        </a:defRPr>
      </a:lvl1pPr>
      <a:lvl2pPr marL="548640" indent="-182880" algn="l" defTabSz="914400" rtl="0" eaLnBrk="1" latinLnBrk="0" hangingPunct="1">
        <a:spcBef>
          <a:spcPct val="20000"/>
        </a:spcBef>
        <a:buClr>
          <a:schemeClr val="accent1">
            <a:lumMod val="60000"/>
            <a:lumOff val="40000"/>
          </a:schemeClr>
        </a:buClr>
        <a:buFont typeface="Arial" pitchFamily="34" charset="0"/>
        <a:buChar char="•"/>
        <a:defRPr sz="2000" kern="1200">
          <a:solidFill>
            <a:schemeClr val="tx1"/>
          </a:solidFill>
          <a:latin typeface="+mn-lt"/>
          <a:ea typeface="+mn-ea"/>
          <a:cs typeface="+mn-cs"/>
        </a:defRPr>
      </a:lvl2pPr>
      <a:lvl3pPr marL="91440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3pPr>
      <a:lvl4pPr marL="118872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4pPr>
      <a:lvl5pPr marL="1463040" indent="-228600" algn="l" defTabSz="914400" rtl="0" eaLnBrk="1" latinLnBrk="0" hangingPunct="1">
        <a:spcBef>
          <a:spcPct val="20000"/>
        </a:spcBef>
        <a:buClr>
          <a:schemeClr val="accent4"/>
        </a:buClr>
        <a:buFont typeface="Arial" pitchFamily="34" charset="0"/>
        <a:buChar char="•"/>
        <a:defRPr sz="1600" kern="1200" baseline="0">
          <a:solidFill>
            <a:schemeClr val="tx2"/>
          </a:solidFill>
          <a:latin typeface="+mn-lt"/>
          <a:ea typeface="+mn-ea"/>
          <a:cs typeface="+mn-cs"/>
        </a:defRPr>
      </a:lvl5pPr>
      <a:lvl6pPr marL="1691640" indent="-182880" algn="l" defTabSz="914400" rtl="0" eaLnBrk="1" latinLnBrk="0" hangingPunct="1">
        <a:spcBef>
          <a:spcPct val="20000"/>
        </a:spcBef>
        <a:buClr>
          <a:schemeClr val="accent5"/>
        </a:buClr>
        <a:buFont typeface="Arial" pitchFamily="34" charset="0"/>
        <a:buChar char="•"/>
        <a:defRPr sz="1600" kern="1200">
          <a:solidFill>
            <a:schemeClr val="tx1"/>
          </a:solidFill>
          <a:latin typeface="+mn-lt"/>
          <a:ea typeface="+mn-ea"/>
          <a:cs typeface="+mn-cs"/>
        </a:defRPr>
      </a:lvl6pPr>
      <a:lvl7pPr marL="1920240" indent="-182880" algn="l" defTabSz="914400" rtl="0" eaLnBrk="1" latinLnBrk="0" hangingPunct="1">
        <a:spcBef>
          <a:spcPct val="20000"/>
        </a:spcBef>
        <a:buClr>
          <a:schemeClr val="accent6"/>
        </a:buClr>
        <a:buFont typeface="Arial" pitchFamily="34" charset="0"/>
        <a:buChar char="•"/>
        <a:defRPr sz="1600" kern="1200">
          <a:solidFill>
            <a:schemeClr val="tx1"/>
          </a:solidFill>
          <a:latin typeface="+mn-lt"/>
          <a:ea typeface="+mn-ea"/>
          <a:cs typeface="+mn-cs"/>
        </a:defRPr>
      </a:lvl7pPr>
      <a:lvl8pPr marL="2148840" indent="-182880" algn="l" defTabSz="914400" rtl="0" eaLnBrk="1" latinLnBrk="0" hangingPunct="1">
        <a:spcBef>
          <a:spcPct val="20000"/>
        </a:spcBef>
        <a:buClr>
          <a:schemeClr val="accent3"/>
        </a:buClr>
        <a:buFont typeface="Arial" pitchFamily="34" charset="0"/>
        <a:buChar char="•"/>
        <a:defRPr sz="1600" kern="1200">
          <a:solidFill>
            <a:schemeClr val="tx1"/>
          </a:solidFill>
          <a:latin typeface="+mn-lt"/>
          <a:ea typeface="+mn-ea"/>
          <a:cs typeface="+mn-cs"/>
        </a:defRPr>
      </a:lvl8pPr>
      <a:lvl9pPr marL="2377440" indent="-182880" algn="l" defTabSz="914400" rtl="0" eaLnBrk="1" latinLnBrk="0" hangingPunct="1">
        <a:spcBef>
          <a:spcPct val="20000"/>
        </a:spcBef>
        <a:buClr>
          <a:schemeClr val="accent6"/>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window3.png"/>
          <p:cNvPicPr>
            <a:picLocks noChangeAspect="1"/>
          </p:cNvPicPr>
          <p:nvPr/>
        </p:nvPicPr>
        <p:blipFill>
          <a:blip r:embed="rId13"/>
          <a:stretch>
            <a:fillRect/>
          </a:stretch>
        </p:blipFill>
        <p:spPr>
          <a:xfrm>
            <a:off x="0" y="0"/>
            <a:ext cx="9144000" cy="6858000"/>
          </a:xfrm>
          <a:prstGeom prst="rect">
            <a:avLst/>
          </a:prstGeom>
        </p:spPr>
      </p:pic>
      <p:sp>
        <p:nvSpPr>
          <p:cNvPr id="2" name="Title Placeholder 1"/>
          <p:cNvSpPr>
            <a:spLocks noGrp="1"/>
          </p:cNvSpPr>
          <p:nvPr>
            <p:ph type="title"/>
          </p:nvPr>
        </p:nvSpPr>
        <p:spPr>
          <a:xfrm>
            <a:off x="1371600" y="1295400"/>
            <a:ext cx="6400800" cy="685800"/>
          </a:xfrm>
          <a:prstGeom prst="rect">
            <a:avLst/>
          </a:prstGeom>
        </p:spPr>
        <p:txBody>
          <a:bodyPr vert="horz" lIns="91440" tIns="45720" rIns="91440" bIns="45720" rtlCol="0" anchor="b" anchorCtr="0">
            <a:normAutofit/>
          </a:bodyPr>
          <a:lstStyle/>
          <a:p>
            <a:r>
              <a:rPr lang="fr-FR" smtClean="0"/>
              <a:t>Modifiez le style du titre</a:t>
            </a:r>
            <a:endParaRPr lang="en-US" dirty="0"/>
          </a:p>
        </p:txBody>
      </p:sp>
      <p:sp>
        <p:nvSpPr>
          <p:cNvPr id="3" name="Text Placeholder 2"/>
          <p:cNvSpPr>
            <a:spLocks noGrp="1"/>
          </p:cNvSpPr>
          <p:nvPr>
            <p:ph type="body" idx="1"/>
          </p:nvPr>
        </p:nvSpPr>
        <p:spPr>
          <a:xfrm>
            <a:off x="1371600" y="2057400"/>
            <a:ext cx="6400800" cy="3429001"/>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bwMode="white">
          <a:xfrm>
            <a:off x="304800" y="6356350"/>
            <a:ext cx="2133600" cy="365125"/>
          </a:xfrm>
          <a:prstGeom prst="rect">
            <a:avLst/>
          </a:prstGeom>
          <a:ln>
            <a:noFill/>
          </a:ln>
        </p:spPr>
        <p:txBody>
          <a:bodyPr vert="horz" lIns="91440" tIns="45720" rIns="91440" bIns="45720" rtlCol="0" anchor="ctr"/>
          <a:lstStyle>
            <a:lvl1pPr algn="l">
              <a:defRPr sz="1100" baseline="0">
                <a:solidFill>
                  <a:schemeClr val="accent1">
                    <a:lumMod val="60000"/>
                    <a:lumOff val="40000"/>
                  </a:schemeClr>
                </a:solidFill>
              </a:defRPr>
            </a:lvl1pPr>
          </a:lstStyle>
          <a:p>
            <a:fld id="{AA309A6D-C09C-4548-B29A-6CF363A7E532}" type="datetimeFigureOut">
              <a:rPr lang="fr-FR" smtClean="0"/>
              <a:t>16/02/2026</a:t>
            </a:fld>
            <a:endParaRPr lang="fr-BE" dirty="0"/>
          </a:p>
        </p:txBody>
      </p:sp>
      <p:sp>
        <p:nvSpPr>
          <p:cNvPr id="5" name="Footer Placeholder 4"/>
          <p:cNvSpPr>
            <a:spLocks noGrp="1"/>
          </p:cNvSpPr>
          <p:nvPr>
            <p:ph type="ftr" sz="quarter" idx="3"/>
          </p:nvPr>
        </p:nvSpPr>
        <p:spPr bwMode="white">
          <a:xfrm>
            <a:off x="2971800" y="6356350"/>
            <a:ext cx="3200400" cy="365125"/>
          </a:xfrm>
          <a:prstGeom prst="rect">
            <a:avLst/>
          </a:prstGeom>
        </p:spPr>
        <p:txBody>
          <a:bodyPr vert="horz" lIns="91440" tIns="45720" rIns="91440" bIns="45720" rtlCol="0" anchor="ctr"/>
          <a:lstStyle>
            <a:lvl1pPr algn="ctr">
              <a:defRPr sz="1100" baseline="0">
                <a:solidFill>
                  <a:schemeClr val="accent1">
                    <a:lumMod val="60000"/>
                    <a:lumOff val="40000"/>
                  </a:schemeClr>
                </a:solidFill>
              </a:defRPr>
            </a:lvl1pPr>
          </a:lstStyle>
          <a:p>
            <a:endParaRPr lang="fr-BE" dirty="0"/>
          </a:p>
        </p:txBody>
      </p:sp>
      <p:sp>
        <p:nvSpPr>
          <p:cNvPr id="6" name="Slide Number Placeholder 5"/>
          <p:cNvSpPr>
            <a:spLocks noGrp="1"/>
          </p:cNvSpPr>
          <p:nvPr>
            <p:ph type="sldNum" sz="quarter" idx="4"/>
          </p:nvPr>
        </p:nvSpPr>
        <p:spPr bwMode="white">
          <a:xfrm>
            <a:off x="6675120" y="6364224"/>
            <a:ext cx="2133600" cy="365125"/>
          </a:xfrm>
          <a:prstGeom prst="rect">
            <a:avLst/>
          </a:prstGeom>
        </p:spPr>
        <p:txBody>
          <a:bodyPr vert="horz" lIns="91440" tIns="45720" rIns="91440" bIns="45720" rtlCol="0" anchor="ctr"/>
          <a:lstStyle>
            <a:lvl1pPr algn="r">
              <a:defRPr sz="1200" b="1" baseline="0">
                <a:solidFill>
                  <a:schemeClr val="accent1">
                    <a:lumMod val="60000"/>
                    <a:lumOff val="40000"/>
                  </a:schemeClr>
                </a:solidFill>
              </a:defRPr>
            </a:lvl1pPr>
          </a:lstStyle>
          <a:p>
            <a:fld id="{CF4668DC-857F-487D-BFFA-8C0CA5037977}" type="slidenum">
              <a:rPr lang="fr-BE" smtClean="0"/>
              <a:t>‹N°›</a:t>
            </a:fld>
            <a:endParaRPr lang="fr-BE" dirty="0"/>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ctr" defTabSz="914400" rtl="0" eaLnBrk="1" latinLnBrk="0" hangingPunct="1">
        <a:spcBef>
          <a:spcPct val="0"/>
        </a:spcBef>
        <a:buNone/>
        <a:defRPr sz="3600" kern="1200" cap="all" spc="30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274320" algn="l" defTabSz="914400" rtl="0" eaLnBrk="1" latinLnBrk="0" hangingPunct="1">
        <a:lnSpc>
          <a:spcPct val="150000"/>
        </a:lnSpc>
        <a:spcBef>
          <a:spcPct val="20000"/>
        </a:spcBef>
        <a:buClrTx/>
        <a:buFont typeface="Wingdings" pitchFamily="2" charset="2"/>
        <a:buChar char="v"/>
        <a:defRPr sz="1800" kern="1200" baseline="0">
          <a:solidFill>
            <a:schemeClr val="tx1"/>
          </a:solidFill>
          <a:latin typeface="+mn-lt"/>
          <a:ea typeface="+mn-ea"/>
          <a:cs typeface="+mn-cs"/>
        </a:defRPr>
      </a:lvl1pPr>
      <a:lvl2pPr marL="742950" indent="-228600" algn="l" defTabSz="914400" rtl="0" eaLnBrk="1" latinLnBrk="0" hangingPunct="1">
        <a:spcBef>
          <a:spcPct val="20000"/>
        </a:spcBef>
        <a:buClrTx/>
        <a:buFont typeface="Arial" pitchFamily="34" charset="0"/>
        <a:buChar char="•"/>
        <a:defRPr sz="1600" kern="1200" baseline="0">
          <a:solidFill>
            <a:schemeClr val="tx1"/>
          </a:solidFill>
          <a:latin typeface="+mn-lt"/>
          <a:ea typeface="+mn-ea"/>
          <a:cs typeface="+mn-cs"/>
        </a:defRPr>
      </a:lvl2pPr>
      <a:lvl3pPr marL="1143000" indent="-228600" algn="l" defTabSz="914400" rtl="0" eaLnBrk="1" latinLnBrk="0" hangingPunct="1">
        <a:spcBef>
          <a:spcPct val="20000"/>
        </a:spcBef>
        <a:buClrTx/>
        <a:buFont typeface="Arial" pitchFamily="34" charset="0"/>
        <a:buChar char="•"/>
        <a:defRPr sz="1400" kern="1200" baseline="0">
          <a:solidFill>
            <a:schemeClr val="tx1"/>
          </a:solidFill>
          <a:latin typeface="+mn-lt"/>
          <a:ea typeface="+mn-ea"/>
          <a:cs typeface="+mn-cs"/>
        </a:defRPr>
      </a:lvl3pPr>
      <a:lvl4pPr marL="1600200" indent="-228600" algn="l" defTabSz="914400" rtl="0" eaLnBrk="1" latinLnBrk="0" hangingPunct="1">
        <a:spcBef>
          <a:spcPct val="20000"/>
        </a:spcBef>
        <a:buClrTx/>
        <a:buFont typeface="Arial" pitchFamily="34" charset="0"/>
        <a:buChar char="•"/>
        <a:defRPr sz="1400" kern="1200" baseline="0">
          <a:solidFill>
            <a:schemeClr val="tx1"/>
          </a:solidFill>
          <a:latin typeface="+mn-lt"/>
          <a:ea typeface="+mn-ea"/>
          <a:cs typeface="+mn-cs"/>
        </a:defRPr>
      </a:lvl4pPr>
      <a:lvl5pPr marL="2057400" indent="-228600" algn="l" defTabSz="914400" rtl="0" eaLnBrk="1" latinLnBrk="0" hangingPunct="1">
        <a:spcBef>
          <a:spcPct val="20000"/>
        </a:spcBef>
        <a:buClrTx/>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ClrTx/>
        <a:buFont typeface="Arial"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ct val="20000"/>
        </a:spcBef>
        <a:buClrTx/>
        <a:buFont typeface="Arial" pitchFamily="34" charset="0"/>
        <a:buChar char="•"/>
        <a:defRPr sz="1200" kern="1200">
          <a:solidFill>
            <a:schemeClr val="tx1"/>
          </a:solidFill>
          <a:latin typeface="+mn-lt"/>
          <a:ea typeface="+mn-ea"/>
          <a:cs typeface="+mn-cs"/>
        </a:defRPr>
      </a:lvl7pPr>
      <a:lvl8pPr marL="3429000" indent="-228600" algn="l" defTabSz="914400" rtl="0" eaLnBrk="1" latinLnBrk="0" hangingPunct="1">
        <a:spcBef>
          <a:spcPct val="20000"/>
        </a:spcBef>
        <a:buClrTx/>
        <a:buFont typeface="Arial" pitchFamily="34" charset="0"/>
        <a:buChar char="•"/>
        <a:defRPr sz="1200" kern="1200" baseline="0">
          <a:solidFill>
            <a:schemeClr val="tx1"/>
          </a:solidFill>
          <a:latin typeface="+mn-lt"/>
          <a:ea typeface="+mn-ea"/>
          <a:cs typeface="+mn-cs"/>
        </a:defRPr>
      </a:lvl8pPr>
      <a:lvl9pPr marL="3886200" indent="-228600" algn="l" defTabSz="914400" rtl="0" eaLnBrk="1" latinLnBrk="0" hangingPunct="1">
        <a:spcBef>
          <a:spcPct val="20000"/>
        </a:spcBef>
        <a:buClrTx/>
        <a:buFont typeface="Arial"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p:cNvSpPr txBox="1"/>
          <p:nvPr/>
        </p:nvSpPr>
        <p:spPr>
          <a:xfrm>
            <a:off x="2935897" y="1047865"/>
            <a:ext cx="2880320" cy="461665"/>
          </a:xfrm>
          <a:prstGeom prst="rect">
            <a:avLst/>
          </a:prstGeom>
          <a:noFill/>
        </p:spPr>
        <p:txBody>
          <a:bodyPr wrap="square" rtlCol="0">
            <a:spAutoFit/>
          </a:bodyPr>
          <a:lstStyle/>
          <a:p>
            <a:pPr algn="ctr" rtl="1"/>
            <a:r>
              <a:rPr lang="ar-DZ" sz="2400" b="1" i="1" dirty="0" smtClean="0">
                <a:ln w="10541" cmpd="sng">
                  <a:solidFill>
                    <a:schemeClr val="accent1">
                      <a:shade val="88000"/>
                      <a:satMod val="110000"/>
                    </a:schemeClr>
                  </a:solidFill>
                  <a:prstDash val="solid"/>
                </a:ln>
              </a:rPr>
              <a:t>دورة</a:t>
            </a:r>
            <a:r>
              <a:rPr lang="ar-DZ" sz="2400" b="1" dirty="0" smtClean="0">
                <a:ln w="10541" cmpd="sng">
                  <a:solidFill>
                    <a:schemeClr val="accent1">
                      <a:shade val="88000"/>
                      <a:satMod val="110000"/>
                    </a:schemeClr>
                  </a:solidFill>
                  <a:prstDash val="solid"/>
                </a:ln>
              </a:rPr>
              <a:t> </a:t>
            </a:r>
            <a:r>
              <a:rPr lang="ar-DZ" sz="2400" b="1" i="1" dirty="0">
                <a:ln w="10541" cmpd="sng">
                  <a:solidFill>
                    <a:schemeClr val="accent1">
                      <a:shade val="88000"/>
                      <a:satMod val="110000"/>
                    </a:schemeClr>
                  </a:solidFill>
                  <a:prstDash val="solid"/>
                </a:ln>
              </a:rPr>
              <a:t>الاشارة</a:t>
            </a:r>
            <a:endParaRPr lang="fr-FR" sz="2400" b="1" i="1" dirty="0">
              <a:ln w="10541" cmpd="sng">
                <a:solidFill>
                  <a:schemeClr val="accent1">
                    <a:shade val="88000"/>
                    <a:satMod val="110000"/>
                  </a:schemeClr>
                </a:solidFill>
                <a:prstDash val="solid"/>
              </a:ln>
            </a:endParaRPr>
          </a:p>
        </p:txBody>
      </p:sp>
      <p:sp>
        <p:nvSpPr>
          <p:cNvPr id="6" name="ZoneTexte 5"/>
          <p:cNvSpPr txBox="1"/>
          <p:nvPr/>
        </p:nvSpPr>
        <p:spPr>
          <a:xfrm>
            <a:off x="413538" y="1512777"/>
            <a:ext cx="8208912" cy="400110"/>
          </a:xfrm>
          <a:prstGeom prst="rect">
            <a:avLst/>
          </a:prstGeom>
          <a:noFill/>
        </p:spPr>
        <p:txBody>
          <a:bodyPr wrap="square" rtlCol="0">
            <a:spAutoFit/>
          </a:bodyPr>
          <a:lstStyle>
            <a:defPPr>
              <a:defRPr lang="fr-FR"/>
            </a:defPPr>
            <a:lvl1pPr>
              <a:defRPr sz="4400" b="1" i="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defRPr>
            </a:lvl1pPr>
          </a:lstStyle>
          <a:p>
            <a:pPr algn="ctr"/>
            <a:r>
              <a:rPr lang="ar-DZ" sz="2000" dirty="0">
                <a:solidFill>
                  <a:schemeClr val="tx1"/>
                </a:solidFill>
              </a:rPr>
              <a:t>التخصص: عامل على الكوابل والشبكات</a:t>
            </a:r>
            <a:endParaRPr lang="fr-FR" sz="2000" dirty="0">
              <a:solidFill>
                <a:schemeClr val="tx1"/>
              </a:solidFill>
            </a:endParaRPr>
          </a:p>
        </p:txBody>
      </p:sp>
      <p:sp>
        <p:nvSpPr>
          <p:cNvPr id="8" name="ZoneTexte 7"/>
          <p:cNvSpPr txBox="1"/>
          <p:nvPr/>
        </p:nvSpPr>
        <p:spPr>
          <a:xfrm>
            <a:off x="4842030" y="1914510"/>
            <a:ext cx="3780420" cy="369332"/>
          </a:xfrm>
          <a:prstGeom prst="rect">
            <a:avLst/>
          </a:prstGeom>
          <a:noFill/>
        </p:spPr>
        <p:txBody>
          <a:bodyPr wrap="square" rtlCol="0">
            <a:spAutoFit/>
          </a:bodyPr>
          <a:lstStyle/>
          <a:p>
            <a:pPr algn="ctr" rtl="1"/>
            <a:r>
              <a:rPr lang="ar-DZ" b="1" i="1" dirty="0">
                <a:ln w="10541" cmpd="sng">
                  <a:solidFill>
                    <a:schemeClr val="accent1">
                      <a:shade val="88000"/>
                      <a:satMod val="110000"/>
                    </a:schemeClr>
                  </a:solidFill>
                  <a:prstDash val="solid"/>
                </a:ln>
              </a:rPr>
              <a:t>القسم:</a:t>
            </a:r>
            <a:r>
              <a:rPr lang="ar-DZ" dirty="0" smtClean="0"/>
              <a:t> </a:t>
            </a:r>
            <a:r>
              <a:rPr lang="ar-DZ" b="1" i="1" dirty="0">
                <a:ln w="10541" cmpd="sng">
                  <a:solidFill>
                    <a:schemeClr val="accent1">
                      <a:shade val="88000"/>
                      <a:satMod val="110000"/>
                    </a:schemeClr>
                  </a:solidFill>
                  <a:prstDash val="solid"/>
                </a:ln>
              </a:rPr>
              <a:t>321</a:t>
            </a:r>
            <a:endParaRPr lang="fr-FR" b="1" i="1" dirty="0">
              <a:ln w="10541" cmpd="sng">
                <a:solidFill>
                  <a:schemeClr val="accent1">
                    <a:shade val="88000"/>
                    <a:satMod val="110000"/>
                  </a:schemeClr>
                </a:solidFill>
                <a:prstDash val="solid"/>
              </a:ln>
            </a:endParaRPr>
          </a:p>
        </p:txBody>
      </p:sp>
      <p:sp>
        <p:nvSpPr>
          <p:cNvPr id="9" name="ZoneTexte 8"/>
          <p:cNvSpPr txBox="1"/>
          <p:nvPr/>
        </p:nvSpPr>
        <p:spPr>
          <a:xfrm>
            <a:off x="1836710" y="2695788"/>
            <a:ext cx="5400600" cy="523220"/>
          </a:xfrm>
          <a:prstGeom prst="rect">
            <a:avLst/>
          </a:prstGeom>
          <a:noFill/>
        </p:spPr>
        <p:txBody>
          <a:bodyPr wrap="square" rtlCol="0">
            <a:spAutoFit/>
          </a:bodyPr>
          <a:lstStyle>
            <a:defPPr>
              <a:defRPr lang="fr-FR"/>
            </a:defPPr>
          </a:lstStyle>
          <a:p>
            <a:r>
              <a:rPr lang="ar-DZ" sz="2800" b="1" dirty="0">
                <a:ln w="10541" cmpd="sng">
                  <a:solidFill>
                    <a:schemeClr val="accent1">
                      <a:shade val="88000"/>
                      <a:satMod val="110000"/>
                    </a:schemeClr>
                  </a:solidFill>
                  <a:prstDash val="solid"/>
                </a:ln>
              </a:rPr>
              <a:t>البحث حول  الألياف البصرية وطرق صيانتها </a:t>
            </a:r>
            <a:endParaRPr lang="fr-FR" sz="2800" b="1" i="1" dirty="0">
              <a:ln w="10541" cmpd="sng">
                <a:solidFill>
                  <a:schemeClr val="accent1">
                    <a:shade val="88000"/>
                    <a:satMod val="110000"/>
                  </a:schemeClr>
                </a:solidFill>
                <a:prstDash val="solid"/>
              </a:ln>
            </a:endParaRPr>
          </a:p>
        </p:txBody>
      </p:sp>
      <p:sp>
        <p:nvSpPr>
          <p:cNvPr id="10" name="ZoneTexte 9"/>
          <p:cNvSpPr txBox="1"/>
          <p:nvPr/>
        </p:nvSpPr>
        <p:spPr>
          <a:xfrm>
            <a:off x="899592" y="1899121"/>
            <a:ext cx="1872208" cy="400110"/>
          </a:xfrm>
          <a:prstGeom prst="rect">
            <a:avLst/>
          </a:prstGeom>
          <a:noFill/>
        </p:spPr>
        <p:txBody>
          <a:bodyPr wrap="square" rtlCol="0">
            <a:spAutoFit/>
          </a:bodyPr>
          <a:lstStyle/>
          <a:p>
            <a:pPr algn="r" rtl="1"/>
            <a:r>
              <a:rPr lang="ar-DZ" sz="2000" b="1" i="1" dirty="0" smtClean="0">
                <a:ln w="10541" cmpd="sng">
                  <a:solidFill>
                    <a:schemeClr val="accent1">
                      <a:shade val="88000"/>
                      <a:satMod val="110000"/>
                    </a:schemeClr>
                  </a:solidFill>
                  <a:prstDash val="solid"/>
                </a:ln>
              </a:rPr>
              <a:t>دفعة</a:t>
            </a:r>
            <a:r>
              <a:rPr lang="ar-DZ" dirty="0" smtClean="0"/>
              <a:t> </a:t>
            </a:r>
            <a:r>
              <a:rPr lang="ar-DZ" sz="2000" b="1" i="1" dirty="0" smtClean="0">
                <a:ln w="10541" cmpd="sng">
                  <a:solidFill>
                    <a:schemeClr val="accent1">
                      <a:shade val="88000"/>
                      <a:satMod val="110000"/>
                    </a:schemeClr>
                  </a:solidFill>
                  <a:prstDash val="solid"/>
                </a:ln>
              </a:rPr>
              <a:t>24</a:t>
            </a:r>
            <a:r>
              <a:rPr lang="fr-FR" sz="2000" b="1" i="1" dirty="0" smtClean="0">
                <a:ln w="10541" cmpd="sng">
                  <a:solidFill>
                    <a:schemeClr val="accent1">
                      <a:shade val="88000"/>
                      <a:satMod val="110000"/>
                    </a:schemeClr>
                  </a:solidFill>
                  <a:prstDash val="solid"/>
                </a:ln>
              </a:rPr>
              <a:t>20</a:t>
            </a:r>
            <a:r>
              <a:rPr lang="ar-DZ" sz="2000" b="1" i="1" dirty="0" smtClean="0">
                <a:ln w="10541" cmpd="sng">
                  <a:solidFill>
                    <a:schemeClr val="accent1">
                      <a:shade val="88000"/>
                      <a:satMod val="110000"/>
                    </a:schemeClr>
                  </a:solidFill>
                  <a:prstDash val="solid"/>
                </a:ln>
              </a:rPr>
              <a:t> </a:t>
            </a:r>
            <a:endParaRPr lang="fr-FR" sz="2000" b="1" i="1" dirty="0">
              <a:ln w="10541" cmpd="sng">
                <a:solidFill>
                  <a:schemeClr val="accent1">
                    <a:shade val="88000"/>
                    <a:satMod val="110000"/>
                  </a:schemeClr>
                </a:solidFill>
                <a:prstDash val="solid"/>
              </a:ln>
            </a:endParaRPr>
          </a:p>
        </p:txBody>
      </p:sp>
      <p:sp>
        <p:nvSpPr>
          <p:cNvPr id="2" name="ZoneTexte 1"/>
          <p:cNvSpPr txBox="1"/>
          <p:nvPr/>
        </p:nvSpPr>
        <p:spPr>
          <a:xfrm>
            <a:off x="1565666" y="3604954"/>
            <a:ext cx="5904656" cy="400110"/>
          </a:xfrm>
          <a:prstGeom prst="rect">
            <a:avLst/>
          </a:prstGeom>
          <a:noFill/>
        </p:spPr>
        <p:txBody>
          <a:bodyPr wrap="square" rtlCol="0">
            <a:spAutoFit/>
          </a:bodyPr>
          <a:lstStyle/>
          <a:p>
            <a:pPr algn="ctr"/>
            <a:r>
              <a:rPr lang="ar-DZ" sz="2000" b="1" dirty="0" smtClean="0">
                <a:ln w="12700">
                  <a:solidFill>
                    <a:schemeClr val="tx2">
                      <a:satMod val="155000"/>
                    </a:schemeClr>
                  </a:solidFill>
                  <a:prstDash val="solid"/>
                </a:ln>
                <a:effectLst>
                  <a:outerShdw blurRad="41275" dist="20320" dir="1800000" algn="tl" rotWithShape="0">
                    <a:srgbClr val="000000">
                      <a:alpha val="40000"/>
                    </a:srgbClr>
                  </a:outerShdw>
                </a:effectLst>
              </a:rPr>
              <a:t>تحت اشراف: المساعد الأول بوشكيمة جلول</a:t>
            </a:r>
            <a:endParaRPr lang="fr-FR" sz="2000" b="1" dirty="0">
              <a:ln w="12700">
                <a:solidFill>
                  <a:schemeClr val="tx2">
                    <a:satMod val="155000"/>
                  </a:schemeClr>
                </a:solidFill>
                <a:prstDash val="solid"/>
              </a:ln>
              <a:effectLst>
                <a:outerShdw blurRad="41275" dist="20320" dir="1800000" algn="tl" rotWithShape="0">
                  <a:srgbClr val="000000">
                    <a:alpha val="40000"/>
                  </a:srgbClr>
                </a:outerShdw>
              </a:effectLst>
            </a:endParaRPr>
          </a:p>
        </p:txBody>
      </p:sp>
      <p:sp>
        <p:nvSpPr>
          <p:cNvPr id="3" name="ZoneTexte 2"/>
          <p:cNvSpPr txBox="1"/>
          <p:nvPr/>
        </p:nvSpPr>
        <p:spPr>
          <a:xfrm>
            <a:off x="2771800" y="4509120"/>
            <a:ext cx="3240360" cy="369332"/>
          </a:xfrm>
          <a:prstGeom prst="rect">
            <a:avLst/>
          </a:prstGeom>
          <a:noFill/>
        </p:spPr>
        <p:txBody>
          <a:bodyPr wrap="square" rtlCol="0">
            <a:spAutoFit/>
          </a:bodyPr>
          <a:lstStyle/>
          <a:p>
            <a:pPr algn="ctr"/>
            <a:r>
              <a:rPr lang="ar-DZ" b="1" dirty="0" smtClean="0">
                <a:ln w="12700">
                  <a:solidFill>
                    <a:schemeClr val="tx2">
                      <a:satMod val="155000"/>
                    </a:schemeClr>
                  </a:solidFill>
                  <a:prstDash val="solid"/>
                </a:ln>
                <a:effectLst>
                  <a:outerShdw blurRad="41275" dist="20320" dir="1800000" algn="tl" rotWithShape="0">
                    <a:srgbClr val="000000">
                      <a:alpha val="40000"/>
                    </a:srgbClr>
                  </a:outerShdw>
                </a:effectLst>
              </a:rPr>
              <a:t>رئيس الدورة: كرنافية عبد القادر</a:t>
            </a:r>
            <a:endParaRPr lang="fr-FR" b="1" dirty="0">
              <a:ln w="12700">
                <a:solidFill>
                  <a:schemeClr val="tx2">
                    <a:satMod val="155000"/>
                  </a:schemeClr>
                </a:solidFill>
                <a:prstDash val="solid"/>
              </a:ln>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30805758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animEffect transition="in" filter="randombar(horizontal)">
                                      <p:cBhvr>
                                        <p:cTn id="33" dur="500"/>
                                        <p:tgtEl>
                                          <p:spTgt spid="9">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fade">
                                      <p:cBhvr>
                                        <p:cTn id="38" dur="1000"/>
                                        <p:tgtEl>
                                          <p:spTgt spid="2"/>
                                        </p:tgtEl>
                                      </p:cBhvr>
                                    </p:animEffect>
                                    <p:anim calcmode="lin" valueType="num">
                                      <p:cBhvr>
                                        <p:cTn id="39" dur="1000" fill="hold"/>
                                        <p:tgtEl>
                                          <p:spTgt spid="2"/>
                                        </p:tgtEl>
                                        <p:attrNameLst>
                                          <p:attrName>ppt_x</p:attrName>
                                        </p:attrNameLst>
                                      </p:cBhvr>
                                      <p:tavLst>
                                        <p:tav tm="0">
                                          <p:val>
                                            <p:strVal val="#ppt_x"/>
                                          </p:val>
                                        </p:tav>
                                        <p:tav tm="100000">
                                          <p:val>
                                            <p:strVal val="#ppt_x"/>
                                          </p:val>
                                        </p:tav>
                                      </p:tavLst>
                                    </p:anim>
                                    <p:anim calcmode="lin" valueType="num">
                                      <p:cBhvr>
                                        <p:cTn id="4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fade">
                                      <p:cBhvr>
                                        <p:cTn id="45" dur="1000"/>
                                        <p:tgtEl>
                                          <p:spTgt spid="3"/>
                                        </p:tgtEl>
                                      </p:cBhvr>
                                    </p:animEffect>
                                    <p:anim calcmode="lin" valueType="num">
                                      <p:cBhvr>
                                        <p:cTn id="46" dur="1000" fill="hold"/>
                                        <p:tgtEl>
                                          <p:spTgt spid="3"/>
                                        </p:tgtEl>
                                        <p:attrNameLst>
                                          <p:attrName>ppt_x</p:attrName>
                                        </p:attrNameLst>
                                      </p:cBhvr>
                                      <p:tavLst>
                                        <p:tav tm="0">
                                          <p:val>
                                            <p:strVal val="#ppt_x"/>
                                          </p:val>
                                        </p:tav>
                                        <p:tav tm="100000">
                                          <p:val>
                                            <p:strVal val="#ppt_x"/>
                                          </p:val>
                                        </p:tav>
                                      </p:tavLst>
                                    </p:anim>
                                    <p:anim calcmode="lin" valueType="num">
                                      <p:cBhvr>
                                        <p:cTn id="4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87624" y="1442304"/>
            <a:ext cx="7344816" cy="400110"/>
          </a:xfrm>
          <a:prstGeom prst="rect">
            <a:avLst/>
          </a:prstGeom>
          <a:noFill/>
        </p:spPr>
        <p:txBody>
          <a:bodyPr wrap="square" rtlCol="0">
            <a:spAutoFit/>
          </a:bodyPr>
          <a:lstStyle/>
          <a:p>
            <a:r>
              <a:rPr lang="ar-DZ" sz="2000" dirty="0" smtClean="0"/>
              <a:t>نتشرف بحضوركم لتقديم عرضنا المتمثل في حوصلة شاملة حول الألياف البصرية </a:t>
            </a:r>
            <a:endParaRPr lang="fr-FR" sz="2000" dirty="0"/>
          </a:p>
        </p:txBody>
      </p:sp>
      <p:sp>
        <p:nvSpPr>
          <p:cNvPr id="5" name="ZoneTexte 4"/>
          <p:cNvSpPr txBox="1"/>
          <p:nvPr/>
        </p:nvSpPr>
        <p:spPr>
          <a:xfrm>
            <a:off x="4932040" y="1988840"/>
            <a:ext cx="2880320" cy="369332"/>
          </a:xfrm>
          <a:prstGeom prst="rect">
            <a:avLst/>
          </a:prstGeom>
          <a:noFill/>
        </p:spPr>
        <p:txBody>
          <a:bodyPr wrap="square" rtlCol="0">
            <a:spAutoFit/>
          </a:bodyPr>
          <a:lstStyle/>
          <a:p>
            <a:pPr algn="r" rtl="1"/>
            <a:r>
              <a:rPr lang="ar-DZ" dirty="0" smtClean="0"/>
              <a:t>حيث سيتضمن العرض ما يلي : </a:t>
            </a:r>
            <a:endParaRPr lang="fr-FR" dirty="0"/>
          </a:p>
        </p:txBody>
      </p:sp>
      <p:sp>
        <p:nvSpPr>
          <p:cNvPr id="6" name="ZoneTexte 5"/>
          <p:cNvSpPr txBox="1"/>
          <p:nvPr/>
        </p:nvSpPr>
        <p:spPr>
          <a:xfrm>
            <a:off x="4680012" y="2492896"/>
            <a:ext cx="3384376" cy="3785652"/>
          </a:xfrm>
          <a:prstGeom prst="rect">
            <a:avLst/>
          </a:prstGeom>
          <a:noFill/>
        </p:spPr>
        <p:txBody>
          <a:bodyPr wrap="square" rtlCol="0">
            <a:spAutoFit/>
          </a:bodyPr>
          <a:lstStyle/>
          <a:p>
            <a:pPr marL="342900" lvl="0" indent="-342900" algn="r" rtl="1">
              <a:buFont typeface="+mj-lt"/>
              <a:buAutoNum type="arabicPeriod"/>
            </a:pPr>
            <a:r>
              <a:rPr lang="ar-DZ" sz="2400" dirty="0"/>
              <a:t>مقدمة</a:t>
            </a:r>
            <a:endParaRPr lang="fr-FR" sz="2400" dirty="0"/>
          </a:p>
          <a:p>
            <a:pPr marL="342900" lvl="0" indent="-342900" algn="r" rtl="1">
              <a:buFont typeface="+mj-lt"/>
              <a:buAutoNum type="arabicPeriod"/>
            </a:pPr>
            <a:r>
              <a:rPr lang="ar-DZ" sz="2400" dirty="0"/>
              <a:t>نبذة تاريخية عن الألياف البصرية</a:t>
            </a:r>
            <a:endParaRPr lang="fr-FR" sz="2400" dirty="0"/>
          </a:p>
          <a:p>
            <a:pPr marL="342900" lvl="0" indent="-342900" algn="r" rtl="1">
              <a:buFont typeface="+mj-lt"/>
              <a:buAutoNum type="arabicPeriod"/>
            </a:pPr>
            <a:r>
              <a:rPr lang="ar-DZ" sz="2400" dirty="0"/>
              <a:t>تعريفها</a:t>
            </a:r>
            <a:endParaRPr lang="fr-FR" sz="2400" dirty="0"/>
          </a:p>
          <a:p>
            <a:pPr marL="342900" lvl="0" indent="-342900" algn="r" rtl="1">
              <a:buFont typeface="+mj-lt"/>
              <a:buAutoNum type="arabicPeriod"/>
            </a:pPr>
            <a:r>
              <a:rPr lang="ar-DZ" sz="2400" dirty="0"/>
              <a:t>مكوناتها</a:t>
            </a:r>
            <a:endParaRPr lang="fr-FR" sz="2400" dirty="0"/>
          </a:p>
          <a:p>
            <a:pPr marL="342900" lvl="0" indent="-342900" algn="r" rtl="1">
              <a:buFont typeface="+mj-lt"/>
              <a:buAutoNum type="arabicPeriod"/>
            </a:pPr>
            <a:r>
              <a:rPr lang="ar-DZ" sz="2400" dirty="0"/>
              <a:t>أنواعها</a:t>
            </a:r>
            <a:endParaRPr lang="fr-FR" sz="2400" dirty="0"/>
          </a:p>
          <a:p>
            <a:pPr marL="342900" lvl="0" indent="-342900" algn="r" rtl="1">
              <a:buFont typeface="+mj-lt"/>
              <a:buAutoNum type="arabicPeriod"/>
            </a:pPr>
            <a:r>
              <a:rPr lang="ar-DZ" sz="2400" dirty="0"/>
              <a:t>المزايا والعيوب</a:t>
            </a:r>
            <a:endParaRPr lang="fr-FR" sz="2400" dirty="0"/>
          </a:p>
          <a:p>
            <a:pPr marL="342900" lvl="0" indent="-342900" algn="r" rtl="1">
              <a:buFont typeface="+mj-lt"/>
              <a:buAutoNum type="arabicPeriod"/>
            </a:pPr>
            <a:r>
              <a:rPr lang="ar-DZ" sz="2400" dirty="0"/>
              <a:t>استخداماتها</a:t>
            </a:r>
            <a:endParaRPr lang="fr-FR" sz="2400" dirty="0"/>
          </a:p>
          <a:p>
            <a:pPr marL="342900" lvl="0" indent="-342900" algn="r" rtl="1">
              <a:buFont typeface="+mj-lt"/>
              <a:buAutoNum type="arabicPeriod"/>
            </a:pPr>
            <a:r>
              <a:rPr lang="ar-DZ" sz="2400" dirty="0" smtClean="0"/>
              <a:t>التوهين في الألياف البصرية</a:t>
            </a:r>
          </a:p>
          <a:p>
            <a:pPr marL="342900" lvl="0" indent="-342900" algn="r" rtl="1">
              <a:buFont typeface="+mj-lt"/>
              <a:buAutoNum type="arabicPeriod"/>
            </a:pPr>
            <a:r>
              <a:rPr lang="ar-DZ" sz="2400" dirty="0" smtClean="0"/>
              <a:t>طريقة تلحيم الألياف البصرية </a:t>
            </a:r>
            <a:endParaRPr lang="fr-FR" sz="2400" dirty="0"/>
          </a:p>
        </p:txBody>
      </p:sp>
    </p:spTree>
    <p:extLst>
      <p:ext uri="{BB962C8B-B14F-4D97-AF65-F5344CB8AC3E}">
        <p14:creationId xmlns:p14="http://schemas.microsoft.com/office/powerpoint/2010/main" val="218190407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down)">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wipe(down)">
                                      <p:cBhvr>
                                        <p:cTn id="22" dur="500"/>
                                        <p:tgtEl>
                                          <p:spTgt spid="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barn(inVertical)">
                                      <p:cBhvr>
                                        <p:cTn id="27" dur="500"/>
                                        <p:tgtEl>
                                          <p:spTgt spid="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6">
                                            <p:txEl>
                                              <p:pRg st="3" end="3"/>
                                            </p:txEl>
                                          </p:spTgt>
                                        </p:tgtEl>
                                        <p:attrNameLst>
                                          <p:attrName>style.visibility</p:attrName>
                                        </p:attrNameLst>
                                      </p:cBhvr>
                                      <p:to>
                                        <p:strVal val="visible"/>
                                      </p:to>
                                    </p:set>
                                    <p:animEffect transition="in" filter="barn(inVertical)">
                                      <p:cBhvr>
                                        <p:cTn id="32" dur="500"/>
                                        <p:tgtEl>
                                          <p:spTgt spid="6">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6">
                                            <p:txEl>
                                              <p:pRg st="4" end="4"/>
                                            </p:txEl>
                                          </p:spTgt>
                                        </p:tgtEl>
                                        <p:attrNameLst>
                                          <p:attrName>style.visibility</p:attrName>
                                        </p:attrNameLst>
                                      </p:cBhvr>
                                      <p:to>
                                        <p:strVal val="visible"/>
                                      </p:to>
                                    </p:set>
                                    <p:animEffect transition="in" filter="barn(inVertical)">
                                      <p:cBhvr>
                                        <p:cTn id="37" dur="500"/>
                                        <p:tgtEl>
                                          <p:spTgt spid="6">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6">
                                            <p:txEl>
                                              <p:pRg st="5" end="5"/>
                                            </p:txEl>
                                          </p:spTgt>
                                        </p:tgtEl>
                                        <p:attrNameLst>
                                          <p:attrName>style.visibility</p:attrName>
                                        </p:attrNameLst>
                                      </p:cBhvr>
                                      <p:to>
                                        <p:strVal val="visible"/>
                                      </p:to>
                                    </p:set>
                                    <p:animEffect transition="in" filter="barn(inVertical)">
                                      <p:cBhvr>
                                        <p:cTn id="42" dur="500"/>
                                        <p:tgtEl>
                                          <p:spTgt spid="6">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6">
                                            <p:txEl>
                                              <p:pRg st="6" end="6"/>
                                            </p:txEl>
                                          </p:spTgt>
                                        </p:tgtEl>
                                        <p:attrNameLst>
                                          <p:attrName>style.visibility</p:attrName>
                                        </p:attrNameLst>
                                      </p:cBhvr>
                                      <p:to>
                                        <p:strVal val="visible"/>
                                      </p:to>
                                    </p:set>
                                    <p:animEffect transition="in" filter="barn(inVertical)">
                                      <p:cBhvr>
                                        <p:cTn id="47" dur="500"/>
                                        <p:tgtEl>
                                          <p:spTgt spid="6">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6">
                                            <p:txEl>
                                              <p:pRg st="7" end="7"/>
                                            </p:txEl>
                                          </p:spTgt>
                                        </p:tgtEl>
                                        <p:attrNameLst>
                                          <p:attrName>style.visibility</p:attrName>
                                        </p:attrNameLst>
                                      </p:cBhvr>
                                      <p:to>
                                        <p:strVal val="visible"/>
                                      </p:to>
                                    </p:set>
                                    <p:animEffect transition="in" filter="barn(inVertical)">
                                      <p:cBhvr>
                                        <p:cTn id="52" dur="500"/>
                                        <p:tgtEl>
                                          <p:spTgt spid="6">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6">
                                            <p:txEl>
                                              <p:pRg st="8" end="8"/>
                                            </p:txEl>
                                          </p:spTgt>
                                        </p:tgtEl>
                                        <p:attrNameLst>
                                          <p:attrName>style.visibility</p:attrName>
                                        </p:attrNameLst>
                                      </p:cBhvr>
                                      <p:to>
                                        <p:strVal val="visible"/>
                                      </p:to>
                                    </p:set>
                                    <p:animEffect transition="in" filter="barn(inVertical)">
                                      <p:cBhvr>
                                        <p:cTn id="57"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2555776" y="825368"/>
            <a:ext cx="4608512" cy="461665"/>
          </a:xfrm>
          <a:prstGeom prst="rect">
            <a:avLst/>
          </a:prstGeom>
          <a:noFill/>
        </p:spPr>
        <p:txBody>
          <a:bodyPr wrap="square" rtlCol="0">
            <a:spAutoFit/>
          </a:bodyPr>
          <a:lstStyle/>
          <a:p>
            <a:r>
              <a:rPr lang="ar-DZ" sz="2400" b="1" dirty="0" smtClean="0"/>
              <a:t>العرض من اعداد ط ض ص م س2 :</a:t>
            </a:r>
            <a:endParaRPr lang="fr-FR" sz="2400" b="1" dirty="0"/>
          </a:p>
        </p:txBody>
      </p:sp>
      <p:pic>
        <p:nvPicPr>
          <p:cNvPr id="8" name="Picture 2" descr="C:\Users\Administrateur.SEC-CMD-01\Desktop\LOGO FINAL\logo3 final .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443" y="1943835"/>
            <a:ext cx="2952329" cy="2952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ZoneTexte 9"/>
          <p:cNvSpPr txBox="1"/>
          <p:nvPr/>
        </p:nvSpPr>
        <p:spPr>
          <a:xfrm>
            <a:off x="5652120" y="1988839"/>
            <a:ext cx="2412268" cy="2862322"/>
          </a:xfrm>
          <a:prstGeom prst="rect">
            <a:avLst/>
          </a:prstGeom>
          <a:noFill/>
        </p:spPr>
        <p:txBody>
          <a:bodyPr wrap="square" rtlCol="0">
            <a:spAutoFit/>
          </a:bodyPr>
          <a:lstStyle/>
          <a:p>
            <a:pPr marL="285750" indent="-285750" algn="r" rtl="1">
              <a:buFont typeface="Wingdings" pitchFamily="2" charset="2"/>
              <a:buChar char="Ø"/>
            </a:pPr>
            <a:r>
              <a:rPr lang="ar-DZ" sz="2000" dirty="0" smtClean="0"/>
              <a:t>بلعالية علي</a:t>
            </a:r>
          </a:p>
          <a:p>
            <a:pPr marL="285750" indent="-285750" algn="r" rtl="1">
              <a:buFont typeface="Wingdings" pitchFamily="2" charset="2"/>
              <a:buChar char="Ø"/>
            </a:pPr>
            <a:r>
              <a:rPr lang="ar-DZ" sz="2000" dirty="0" smtClean="0"/>
              <a:t>بوعلي علي</a:t>
            </a:r>
          </a:p>
          <a:p>
            <a:pPr marL="285750" indent="-285750" algn="r" rtl="1">
              <a:buFont typeface="Wingdings" pitchFamily="2" charset="2"/>
              <a:buChar char="Ø"/>
            </a:pPr>
            <a:r>
              <a:rPr lang="ar-DZ" sz="2000" dirty="0" smtClean="0"/>
              <a:t>جلطي أيوب</a:t>
            </a:r>
          </a:p>
          <a:p>
            <a:pPr marL="285750" indent="-285750" algn="r" rtl="1">
              <a:buFont typeface="Wingdings" pitchFamily="2" charset="2"/>
              <a:buChar char="Ø"/>
            </a:pPr>
            <a:r>
              <a:rPr lang="ar-DZ" sz="2000" dirty="0" smtClean="0"/>
              <a:t>خنيسة عمار شعيب</a:t>
            </a:r>
          </a:p>
          <a:p>
            <a:pPr marL="285750" indent="-285750" algn="r" rtl="1">
              <a:buFont typeface="Wingdings" pitchFamily="2" charset="2"/>
              <a:buChar char="Ø"/>
            </a:pPr>
            <a:r>
              <a:rPr lang="ar-DZ" sz="2000" dirty="0" smtClean="0"/>
              <a:t>داودي محمد الصوفي</a:t>
            </a:r>
          </a:p>
          <a:p>
            <a:pPr marL="285750" indent="-285750" algn="r" rtl="1">
              <a:buFont typeface="Wingdings" pitchFamily="2" charset="2"/>
              <a:buChar char="Ø"/>
            </a:pPr>
            <a:r>
              <a:rPr lang="ar-DZ" sz="2000" dirty="0" smtClean="0"/>
              <a:t>بورزامة وائل</a:t>
            </a:r>
          </a:p>
          <a:p>
            <a:pPr marL="285750" indent="-285750" algn="r" rtl="1">
              <a:buFont typeface="Wingdings" pitchFamily="2" charset="2"/>
              <a:buChar char="Ø"/>
            </a:pPr>
            <a:r>
              <a:rPr lang="ar-DZ" sz="2000" dirty="0" smtClean="0"/>
              <a:t>حباس سعيد</a:t>
            </a:r>
          </a:p>
          <a:p>
            <a:pPr marL="285750" indent="-285750" algn="r" rtl="1">
              <a:buFont typeface="Wingdings" pitchFamily="2" charset="2"/>
              <a:buChar char="Ø"/>
            </a:pPr>
            <a:r>
              <a:rPr lang="ar-DZ" sz="2000" dirty="0" smtClean="0"/>
              <a:t>ريقط عبد الحافظ </a:t>
            </a:r>
          </a:p>
          <a:p>
            <a:pPr marL="285750" indent="-285750" algn="r" rtl="1">
              <a:buFont typeface="Wingdings" pitchFamily="2" charset="2"/>
              <a:buChar char="Ø"/>
            </a:pPr>
            <a:r>
              <a:rPr lang="ar-DZ" sz="2000" dirty="0" smtClean="0"/>
              <a:t>بن عطية نصر الدين</a:t>
            </a:r>
            <a:endParaRPr lang="fr-FR" sz="2000" dirty="0"/>
          </a:p>
        </p:txBody>
      </p:sp>
    </p:spTree>
    <p:extLst>
      <p:ext uri="{BB962C8B-B14F-4D97-AF65-F5344CB8AC3E}">
        <p14:creationId xmlns:p14="http://schemas.microsoft.com/office/powerpoint/2010/main" val="318409016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491880" y="260648"/>
            <a:ext cx="2088232"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ar-DZ" sz="2000" b="1" dirty="0" smtClean="0"/>
              <a:t>مقدمة:</a:t>
            </a:r>
            <a:endParaRPr lang="fr-FR" sz="2000" b="1" dirty="0"/>
          </a:p>
        </p:txBody>
      </p:sp>
      <p:sp>
        <p:nvSpPr>
          <p:cNvPr id="3" name="ZoneTexte 2"/>
          <p:cNvSpPr txBox="1"/>
          <p:nvPr/>
        </p:nvSpPr>
        <p:spPr>
          <a:xfrm>
            <a:off x="683568" y="1124744"/>
            <a:ext cx="7776864" cy="4401205"/>
          </a:xfrm>
          <a:prstGeom prst="rect">
            <a:avLst/>
          </a:prstGeom>
          <a:noFill/>
        </p:spPr>
        <p:txBody>
          <a:bodyPr wrap="square" rtlCol="0">
            <a:spAutoFit/>
          </a:bodyPr>
          <a:lstStyle/>
          <a:p>
            <a:pPr algn="r" rtl="1">
              <a:lnSpc>
                <a:spcPct val="200000"/>
              </a:lnSpc>
            </a:pPr>
            <a:r>
              <a:rPr lang="ar-SA" sz="2800" dirty="0"/>
              <a:t>تُعدّ الألياف البصرية</a:t>
            </a:r>
            <a:r>
              <a:rPr lang="fr-FR" sz="2800" dirty="0"/>
              <a:t> (Optical Fibers) </a:t>
            </a:r>
            <a:r>
              <a:rPr lang="ar-SA" sz="2800" dirty="0"/>
              <a:t>من أهم تقنيات الاتصالات الحديثة، إذ تعتمد عليها شبكات الإنترنت، والاتصالات الهاتفية، والبث التلفزيوني، وحتى بعض التطبيقات الطبية </a:t>
            </a:r>
            <a:r>
              <a:rPr lang="ar-SA" sz="2800" dirty="0" smtClean="0"/>
              <a:t>والصناعية</a:t>
            </a:r>
            <a:r>
              <a:rPr lang="fr-FR" sz="2800" dirty="0" smtClean="0"/>
              <a:t> </a:t>
            </a:r>
          </a:p>
          <a:p>
            <a:pPr algn="r" rtl="1">
              <a:lnSpc>
                <a:spcPct val="200000"/>
              </a:lnSpc>
            </a:pPr>
            <a:r>
              <a:rPr lang="ar-DZ" sz="2800" dirty="0" smtClean="0"/>
              <a:t>و </a:t>
            </a:r>
            <a:r>
              <a:rPr lang="ar-DZ" sz="2800" dirty="0" smtClean="0"/>
              <a:t>المؤسسات العسكرية</a:t>
            </a:r>
            <a:r>
              <a:rPr lang="ar-SA" sz="2800" dirty="0" smtClean="0"/>
              <a:t>. </a:t>
            </a:r>
            <a:r>
              <a:rPr lang="ar-SA" sz="2800" dirty="0"/>
              <a:t>تمتاز بسرعتها العالية وقدرتها الكبيرة على نقل البيانات لمسافات طويلة مع فقدان منخفض للإشارة</a:t>
            </a:r>
            <a:r>
              <a:rPr lang="fr-FR" sz="2800" dirty="0" smtClean="0"/>
              <a:t>.</a:t>
            </a:r>
            <a:endParaRPr lang="fr-FR" sz="2800" dirty="0"/>
          </a:p>
        </p:txBody>
      </p:sp>
    </p:spTree>
    <p:extLst>
      <p:ext uri="{BB962C8B-B14F-4D97-AF65-F5344CB8AC3E}">
        <p14:creationId xmlns:p14="http://schemas.microsoft.com/office/powerpoint/2010/main" val="308472363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178614" y="1052736"/>
            <a:ext cx="8856984" cy="5262979"/>
          </a:xfrm>
          <a:prstGeom prst="rect">
            <a:avLst/>
          </a:prstGeom>
          <a:noFill/>
        </p:spPr>
        <p:txBody>
          <a:bodyPr wrap="square" rtlCol="0">
            <a:spAutoFit/>
          </a:bodyPr>
          <a:lstStyle/>
          <a:p>
            <a:pPr algn="r" rtl="1">
              <a:lnSpc>
                <a:spcPct val="150000"/>
              </a:lnSpc>
            </a:pPr>
            <a:r>
              <a:rPr lang="ar-SA" sz="2800" dirty="0"/>
              <a:t>بدأت فكرة نقل الضوء عبر الألياف في القرن التاسع عشر، حيث أثبت العالم جون تيندال عام 1854 إمكانية توجيه الضوء داخل مسار منحني باستخدام الانعكاس الكلي الداخلي. وفي خمسينيات القرن العشرين استُخدمت الألياف الضوئية في المجال الطبي، خاصة في المناظير. التطور الحقيقي جاء في عام 1970 عندما نجح العلماء في تصنيع ألياف زجاجية منخفضة الفقد، مما سمح باستخدامها في الاتصالات. ومنذ ذلك الحين تطورت الألياف البصرية بسرعة كبيرة، وأصبحت العمود الفقري لشبكات الإنترنت والاتصالات الحديثة حول العالم</a:t>
            </a:r>
            <a:endParaRPr lang="fr-FR" sz="2800" dirty="0"/>
          </a:p>
        </p:txBody>
      </p:sp>
      <p:sp>
        <p:nvSpPr>
          <p:cNvPr id="4" name="Rectangle 3"/>
          <p:cNvSpPr/>
          <p:nvPr/>
        </p:nvSpPr>
        <p:spPr>
          <a:xfrm>
            <a:off x="2719067" y="188640"/>
            <a:ext cx="3488455" cy="461665"/>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pPr lvl="0" algn="ctr"/>
            <a:r>
              <a:rPr lang="ar-DZ" sz="2400" dirty="0"/>
              <a:t>نبذة تاريخية عن الألياف البصرية:</a:t>
            </a:r>
            <a:endParaRPr lang="fr-FR" sz="2400" dirty="0"/>
          </a:p>
        </p:txBody>
      </p:sp>
    </p:spTree>
    <p:extLst>
      <p:ext uri="{BB962C8B-B14F-4D97-AF65-F5344CB8AC3E}">
        <p14:creationId xmlns:p14="http://schemas.microsoft.com/office/powerpoint/2010/main" val="38194973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987824" y="221499"/>
            <a:ext cx="3168352"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rtl="1"/>
            <a:r>
              <a:rPr lang="ar-DZ" sz="2000" b="1" dirty="0" smtClean="0"/>
              <a:t>تعريفها:</a:t>
            </a:r>
            <a:endParaRPr lang="fr-FR" sz="2000" b="1" dirty="0"/>
          </a:p>
        </p:txBody>
      </p:sp>
      <p:sp>
        <p:nvSpPr>
          <p:cNvPr id="3" name="ZoneTexte 2"/>
          <p:cNvSpPr txBox="1"/>
          <p:nvPr/>
        </p:nvSpPr>
        <p:spPr>
          <a:xfrm>
            <a:off x="949043" y="908720"/>
            <a:ext cx="7245914" cy="2246962"/>
          </a:xfrm>
          <a:prstGeom prst="rect">
            <a:avLst/>
          </a:prstGeom>
          <a:noFill/>
        </p:spPr>
        <p:txBody>
          <a:bodyPr wrap="square" rtlCol="0">
            <a:spAutoFit/>
          </a:bodyPr>
          <a:lstStyle/>
          <a:p>
            <a:pPr algn="r" rtl="1">
              <a:lnSpc>
                <a:spcPct val="150000"/>
              </a:lnSpc>
            </a:pPr>
            <a:r>
              <a:rPr lang="ar-IQ" sz="2400" dirty="0"/>
              <a:t>يمكن تعريف </a:t>
            </a:r>
            <a:r>
              <a:rPr lang="ar-IQ" sz="2400" b="1" dirty="0"/>
              <a:t>الليف البصري</a:t>
            </a:r>
            <a:r>
              <a:rPr lang="ar-IQ" sz="2400" dirty="0"/>
              <a:t> </a:t>
            </a:r>
            <a:r>
              <a:rPr lang="fr-FR" sz="2400" dirty="0"/>
              <a:t>Fiber</a:t>
            </a:r>
            <a:r>
              <a:rPr lang="ar-SA" sz="2400" dirty="0"/>
              <a:t> </a:t>
            </a:r>
            <a:r>
              <a:rPr lang="fr-FR" sz="2400" dirty="0"/>
              <a:t>Optical</a:t>
            </a:r>
            <a:r>
              <a:rPr lang="ar-IQ" sz="2400" dirty="0"/>
              <a:t> التقليدي : بأنه ليف مصنوع من الزجاج على درجة عالية من النقاوة ، يصل سمكه الى </a:t>
            </a:r>
            <a:r>
              <a:rPr lang="fr-FR" sz="2400" dirty="0"/>
              <a:t> </a:t>
            </a:r>
            <a:r>
              <a:rPr lang="ar-IQ" sz="2400" dirty="0"/>
              <a:t>حد أن يماثل سمك شعرة الانسان . والكيبل الضوئي </a:t>
            </a:r>
            <a:r>
              <a:rPr lang="fr-FR" sz="2400" dirty="0"/>
              <a:t>Cable Optical </a:t>
            </a:r>
            <a:r>
              <a:rPr lang="ar-IQ" sz="2400" dirty="0"/>
              <a:t> هو عبارة عن مجموعة من الالياف البصرية والمرتبة بشكل حزم </a:t>
            </a:r>
            <a:endParaRPr lang="fr-FR" sz="2400" dirty="0"/>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9692" y="3443714"/>
            <a:ext cx="5544616" cy="2713372"/>
          </a:xfrm>
          <a:prstGeom prst="rect">
            <a:avLst/>
          </a:prstGeom>
        </p:spPr>
      </p:pic>
    </p:spTree>
    <p:extLst>
      <p:ext uri="{BB962C8B-B14F-4D97-AF65-F5344CB8AC3E}">
        <p14:creationId xmlns:p14="http://schemas.microsoft.com/office/powerpoint/2010/main" val="72848640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ppt_x</p:attrName>
                                        </p:attrNameLst>
                                      </p:cBhvr>
                                      <p:tavLst>
                                        <p:tav tm="0">
                                          <p:val>
                                            <p:strVal val="#ppt_x"/>
                                          </p:val>
                                        </p:tav>
                                        <p:tav tm="100000">
                                          <p:val>
                                            <p:strVal val="#ppt_x"/>
                                          </p:val>
                                        </p:tav>
                                      </p:tavLst>
                                    </p:anim>
                                    <p:anim calcmode="lin" valueType="num">
                                      <p:cBhvr additive="base">
                                        <p:cTn id="2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081892" y="188640"/>
            <a:ext cx="2808312" cy="46166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rtl="1"/>
            <a:r>
              <a:rPr lang="ar-DZ" sz="2000" b="1" dirty="0" smtClean="0"/>
              <a:t>مكوناتها</a:t>
            </a:r>
            <a:r>
              <a:rPr lang="ar-DZ" sz="2400" dirty="0" smtClean="0"/>
              <a:t>:</a:t>
            </a:r>
            <a:endParaRPr lang="fr-FR" sz="2400" dirty="0"/>
          </a:p>
        </p:txBody>
      </p:sp>
      <p:sp>
        <p:nvSpPr>
          <p:cNvPr id="4" name="ZoneTexte 3"/>
          <p:cNvSpPr txBox="1"/>
          <p:nvPr/>
        </p:nvSpPr>
        <p:spPr>
          <a:xfrm>
            <a:off x="251520" y="836712"/>
            <a:ext cx="8640960" cy="5016758"/>
          </a:xfrm>
          <a:prstGeom prst="rect">
            <a:avLst/>
          </a:prstGeom>
          <a:noFill/>
        </p:spPr>
        <p:txBody>
          <a:bodyPr wrap="square" rtlCol="0">
            <a:spAutoFit/>
          </a:bodyPr>
          <a:lstStyle/>
          <a:p>
            <a:pPr algn="r" rtl="1"/>
            <a:r>
              <a:rPr lang="ar-IQ" sz="2000" dirty="0" smtClean="0"/>
              <a:t>يتكون </a:t>
            </a:r>
            <a:r>
              <a:rPr lang="ar-IQ" sz="2000" dirty="0"/>
              <a:t>الليف  البصري الواحد من ثلاث طبقات </a:t>
            </a:r>
            <a:r>
              <a:rPr lang="fr-FR" sz="2000" dirty="0"/>
              <a:t> :</a:t>
            </a:r>
          </a:p>
          <a:p>
            <a:pPr algn="r" rtl="1"/>
            <a:r>
              <a:rPr lang="ar-IQ" sz="2000" b="1" dirty="0"/>
              <a:t>الطبقة الاولى</a:t>
            </a:r>
            <a:r>
              <a:rPr lang="ar-IQ" sz="2000" dirty="0"/>
              <a:t> : وهي تسمى بالقلب </a:t>
            </a:r>
            <a:r>
              <a:rPr lang="fr-FR" sz="2000" dirty="0"/>
              <a:t> Core :</a:t>
            </a:r>
            <a:r>
              <a:rPr lang="ar-IQ" sz="2000" dirty="0"/>
              <a:t>وهي المنطقة الفعالة الرئيسية من أجزاء الليف وتكون مصنوعة من الزجاج ذو نقاوة عالية جدا  (الكوارتز الذائب أو ما يعرف بالسيليكا</a:t>
            </a:r>
            <a:r>
              <a:rPr lang="fr-FR" sz="2000" dirty="0"/>
              <a:t> (SiO</a:t>
            </a:r>
            <a:r>
              <a:rPr lang="fr-FR" sz="2000" baseline="-25000" dirty="0"/>
              <a:t>2</a:t>
            </a:r>
            <a:r>
              <a:rPr lang="fr-FR" sz="2000" dirty="0"/>
              <a:t> </a:t>
            </a:r>
            <a:r>
              <a:rPr lang="ar-IQ" sz="2000" dirty="0"/>
              <a:t>وتتميز بان يكون بمعامل انكسارها </a:t>
            </a:r>
            <a:r>
              <a:rPr lang="fr-FR" sz="2000" dirty="0"/>
              <a:t>n</a:t>
            </a:r>
            <a:r>
              <a:rPr lang="ar-IQ" sz="2000" dirty="0"/>
              <a:t> كبيركما انها تمثل المسار الذي ينتقل من خلاله الضوء</a:t>
            </a:r>
            <a:r>
              <a:rPr lang="fr-FR" sz="2000" dirty="0"/>
              <a:t>) .</a:t>
            </a:r>
            <a:r>
              <a:rPr lang="ar-SA" sz="2000" dirty="0"/>
              <a:t> </a:t>
            </a:r>
            <a:r>
              <a:rPr lang="ar-IQ" sz="2000" dirty="0"/>
              <a:t>معامل الانكسار‏لوسط ما هو نسبة سرعة الضوء في الفراغ إلى سرعته في هذا الوسط. وهو معامل يبين مدى تاثر المادة بالامواج الكهرومغناطيسية)</a:t>
            </a:r>
            <a:endParaRPr lang="fr-FR" sz="2000" dirty="0"/>
          </a:p>
          <a:p>
            <a:pPr algn="r" rtl="1"/>
            <a:r>
              <a:rPr lang="ar-IQ" sz="2000" b="1" dirty="0"/>
              <a:t>الطبقة الثانية</a:t>
            </a:r>
            <a:r>
              <a:rPr lang="ar-IQ" sz="2000" dirty="0"/>
              <a:t> : </a:t>
            </a:r>
            <a:r>
              <a:rPr lang="ar-DZ" sz="2000" dirty="0" smtClean="0"/>
              <a:t>العازل</a:t>
            </a:r>
            <a:r>
              <a:rPr lang="fr-FR" sz="2000" dirty="0"/>
              <a:t> Cladding : </a:t>
            </a:r>
            <a:r>
              <a:rPr lang="ar-IQ" sz="2000" dirty="0"/>
              <a:t>وهو المنطقة الفعالة الثانوية من أجزاء الليف وتكون مصنوعة من الزجاج لكن بمعامل انكسار</a:t>
            </a:r>
            <a:r>
              <a:rPr lang="fr-FR" sz="2000" dirty="0"/>
              <a:t> n </a:t>
            </a:r>
            <a:r>
              <a:rPr lang="ar-SA" sz="2000" dirty="0"/>
              <a:t> </a:t>
            </a:r>
            <a:r>
              <a:rPr lang="ar-IQ" sz="2000" dirty="0"/>
              <a:t>يختلف عن معامل انكسار الزجاج الذي يصنع منه القلب بحيث تكون قيمته  </a:t>
            </a:r>
            <a:r>
              <a:rPr lang="ar-IQ" sz="2000" dirty="0" smtClean="0"/>
              <a:t>اقل </a:t>
            </a:r>
            <a:r>
              <a:rPr lang="ar-IQ" sz="2000" dirty="0"/>
              <a:t>بقليل ويكون هذا نتيجة تشويب مادة الزجاج طريق بمواد اخرى  كالجرمانيوم</a:t>
            </a:r>
            <a:r>
              <a:rPr lang="fr-FR" sz="2000" dirty="0"/>
              <a:t> Ge </a:t>
            </a:r>
            <a:r>
              <a:rPr lang="ar-IQ" sz="2000" dirty="0"/>
              <a:t>، وهذا التغيير التقني في معاملات الانكسار يضمن لنا حدوث ظاهرة الانعكاس الكلي الداخلي</a:t>
            </a:r>
            <a:r>
              <a:rPr lang="fr-FR" sz="2000" dirty="0"/>
              <a:t> TIR  Reflection )</a:t>
            </a:r>
            <a:r>
              <a:rPr lang="ar-SA" sz="2000" dirty="0"/>
              <a:t> </a:t>
            </a:r>
            <a:r>
              <a:rPr lang="fr-FR" sz="2000" dirty="0"/>
              <a:t>Internal</a:t>
            </a:r>
            <a:r>
              <a:rPr lang="ar-IQ" sz="2000" dirty="0"/>
              <a:t>  </a:t>
            </a:r>
            <a:r>
              <a:rPr lang="fr-FR" sz="2000" dirty="0"/>
              <a:t>Total</a:t>
            </a:r>
            <a:r>
              <a:rPr lang="ar-IQ" sz="2000" dirty="0"/>
              <a:t> ) مما يعكس الضوء باستمرار ليبقى في داخل القلب الزجاجي والذي يعتبر اساس عمل الالياف البصرية </a:t>
            </a:r>
            <a:r>
              <a:rPr lang="fr-FR" sz="2000" dirty="0"/>
              <a:t> .</a:t>
            </a:r>
          </a:p>
          <a:p>
            <a:pPr algn="r" rtl="1"/>
            <a:r>
              <a:rPr lang="ar-IQ" sz="2000" b="1" dirty="0"/>
              <a:t>الطبقة الثالثة</a:t>
            </a:r>
            <a:r>
              <a:rPr lang="ar-IQ" sz="2000" dirty="0"/>
              <a:t> : غطاء الحماية</a:t>
            </a:r>
            <a:r>
              <a:rPr lang="fr-FR" sz="2000" dirty="0"/>
              <a:t> Buffer Coating : </a:t>
            </a:r>
            <a:r>
              <a:rPr lang="ar-IQ" sz="2000" dirty="0"/>
              <a:t>وهو </a:t>
            </a:r>
            <a:r>
              <a:rPr lang="ar-SA" sz="2000" dirty="0"/>
              <a:t>غلا</a:t>
            </a:r>
            <a:r>
              <a:rPr lang="ar-IQ" sz="2000" dirty="0"/>
              <a:t>ف بلاستيكي يحمي طبقتي القلب</a:t>
            </a:r>
            <a:r>
              <a:rPr lang="fr-FR" sz="2000" dirty="0"/>
              <a:t> Core </a:t>
            </a:r>
            <a:r>
              <a:rPr lang="ar-IQ" sz="2000" dirty="0"/>
              <a:t>و الـكسوة </a:t>
            </a:r>
            <a:r>
              <a:rPr lang="fr-FR" sz="2000" dirty="0"/>
              <a:t>. Cladding</a:t>
            </a:r>
          </a:p>
          <a:p>
            <a:pPr algn="r" rtl="1"/>
            <a:r>
              <a:rPr lang="ar-IQ" sz="2000" dirty="0"/>
              <a:t>ويمثل الشكل ادناه صورة مبسطة لليف البصري ومكوناته</a:t>
            </a:r>
            <a:endParaRPr lang="fr-FR" sz="2000" dirty="0"/>
          </a:p>
          <a:p>
            <a:pPr algn="r" rtl="1"/>
            <a:endParaRPr lang="fr-FR" sz="2000" dirty="0"/>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948" y="5102551"/>
            <a:ext cx="3757436" cy="1501837"/>
          </a:xfrm>
          <a:prstGeom prst="rect">
            <a:avLst/>
          </a:prstGeom>
        </p:spPr>
      </p:pic>
    </p:spTree>
    <p:extLst>
      <p:ext uri="{BB962C8B-B14F-4D97-AF65-F5344CB8AC3E}">
        <p14:creationId xmlns:p14="http://schemas.microsoft.com/office/powerpoint/2010/main" val="290438576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 calcmode="lin" valueType="num">
                                      <p:cBhvr additive="base">
                                        <p:cTn id="14"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4">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 calcmode="lin" valueType="num">
                                      <p:cBhvr additive="base">
                                        <p:cTn id="18"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 calcmode="lin" valueType="num">
                                      <p:cBhvr additive="base">
                                        <p:cTn id="24"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anim calcmode="lin" valueType="num">
                                      <p:cBhvr additive="base">
                                        <p:cTn id="30"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anim calcmode="lin" valueType="num">
                                      <p:cBhvr additive="base">
                                        <p:cTn id="36"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 calcmode="lin" valueType="num">
                                      <p:cBhvr additive="base">
                                        <p:cTn id="42" dur="500" fill="hold"/>
                                        <p:tgtEl>
                                          <p:spTgt spid="5"/>
                                        </p:tgtEl>
                                        <p:attrNameLst>
                                          <p:attrName>ppt_x</p:attrName>
                                        </p:attrNameLst>
                                      </p:cBhvr>
                                      <p:tavLst>
                                        <p:tav tm="0">
                                          <p:val>
                                            <p:strVal val="#ppt_x"/>
                                          </p:val>
                                        </p:tav>
                                        <p:tav tm="100000">
                                          <p:val>
                                            <p:strVal val="#ppt_x"/>
                                          </p:val>
                                        </p:tav>
                                      </p:tavLst>
                                    </p:anim>
                                    <p:anim calcmode="lin" valueType="num">
                                      <p:cBhvr additive="base">
                                        <p:cTn id="4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454606" y="254927"/>
            <a:ext cx="2209092"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rtl="1"/>
            <a:r>
              <a:rPr lang="ar-DZ" b="1" dirty="0" smtClean="0"/>
              <a:t>أنواعها:</a:t>
            </a:r>
            <a:endParaRPr lang="fr-FR" b="1" dirty="0"/>
          </a:p>
        </p:txBody>
      </p:sp>
      <p:sp>
        <p:nvSpPr>
          <p:cNvPr id="3" name="ZoneTexte 2"/>
          <p:cNvSpPr txBox="1"/>
          <p:nvPr/>
        </p:nvSpPr>
        <p:spPr>
          <a:xfrm>
            <a:off x="446482" y="856357"/>
            <a:ext cx="8518006" cy="6001643"/>
          </a:xfrm>
          <a:prstGeom prst="rect">
            <a:avLst/>
          </a:prstGeom>
          <a:noFill/>
        </p:spPr>
        <p:txBody>
          <a:bodyPr wrap="square" rtlCol="0">
            <a:spAutoFit/>
          </a:bodyPr>
          <a:lstStyle/>
          <a:p>
            <a:pPr algn="r" rtl="1" fontAlgn="base">
              <a:lnSpc>
                <a:spcPct val="200000"/>
              </a:lnSpc>
            </a:pPr>
            <a:r>
              <a:rPr lang="ar-SA" sz="2400" b="1" u="sng" dirty="0"/>
              <a:t>الألياف أحادية الوضع</a:t>
            </a:r>
            <a:r>
              <a:rPr lang="fr-FR" sz="2400" b="1" u="sng" dirty="0"/>
              <a:t>:</a:t>
            </a:r>
            <a:endParaRPr lang="fr-FR" sz="2400" u="sng" dirty="0"/>
          </a:p>
          <a:p>
            <a:pPr algn="r" rtl="1" fontAlgn="base">
              <a:lnSpc>
                <a:spcPct val="200000"/>
              </a:lnSpc>
            </a:pPr>
            <a:r>
              <a:rPr lang="ar-SA" sz="2400" dirty="0"/>
              <a:t>الألياف الضوئية أحادية الوضع هي نوع من الكابلات التي تنقل الإشارات الضوئية عبر مسافات طويلة بقطر أساسي صغير، عادةً ما يتراوح بين 8 و10 </a:t>
            </a:r>
            <a:r>
              <a:rPr lang="ar-SA" sz="2400" dirty="0" smtClean="0"/>
              <a:t>ميكرون. </a:t>
            </a:r>
            <a:r>
              <a:rPr lang="ar-SA" sz="2400" dirty="0"/>
              <a:t>فهو يسمح بنقل البيانات بشكل أسرع عبر مسافات أطول ويوفر نطاقًا تردديًا أعلى أيضًا. ولهذا السبب تُستخدم الألياف أحادية الوضع في الغالب في الشبكات عالية السرعة مثل العمود الفقري للإنترنت أو خطوط الاتصالات طويلة المدى حيث يعد الحفاظ على جودة الإشارة لفترات طويلة أمرًا </a:t>
            </a:r>
            <a:r>
              <a:rPr lang="ar-SA" sz="2400" dirty="0" smtClean="0"/>
              <a:t>ضروريًا</a:t>
            </a:r>
            <a:r>
              <a:rPr lang="fr-FR" sz="2400" dirty="0" smtClean="0"/>
              <a:t> </a:t>
            </a:r>
            <a:r>
              <a:rPr lang="ar-DZ" sz="2400" dirty="0"/>
              <a:t> </a:t>
            </a:r>
            <a:r>
              <a:rPr lang="ar-DZ" sz="2400" dirty="0" smtClean="0"/>
              <a:t>ل</a:t>
            </a:r>
            <a:r>
              <a:rPr lang="ar-SA" sz="2400" dirty="0" smtClean="0"/>
              <a:t>نقل </a:t>
            </a:r>
            <a:r>
              <a:rPr lang="ar-SA" sz="2400" dirty="0"/>
              <a:t>البيانات بمعدلات أسرع عبر نطاقات أكبر</a:t>
            </a:r>
            <a:r>
              <a:rPr lang="fr-FR" sz="2400" dirty="0"/>
              <a:t>.</a:t>
            </a:r>
          </a:p>
          <a:p>
            <a:pPr algn="r" rtl="1">
              <a:lnSpc>
                <a:spcPct val="200000"/>
              </a:lnSpc>
            </a:pPr>
            <a:endParaRPr lang="fr-FR" sz="2400" dirty="0"/>
          </a:p>
        </p:txBody>
      </p:sp>
    </p:spTree>
    <p:extLst>
      <p:ext uri="{BB962C8B-B14F-4D97-AF65-F5344CB8AC3E}">
        <p14:creationId xmlns:p14="http://schemas.microsoft.com/office/powerpoint/2010/main" val="426987838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69486" y="476672"/>
            <a:ext cx="8712968" cy="3323987"/>
          </a:xfrm>
          <a:prstGeom prst="rect">
            <a:avLst/>
          </a:prstGeom>
          <a:noFill/>
        </p:spPr>
        <p:txBody>
          <a:bodyPr wrap="square" rtlCol="0">
            <a:spAutoFit/>
          </a:bodyPr>
          <a:lstStyle/>
          <a:p>
            <a:pPr algn="r" rtl="1" fontAlgn="base">
              <a:lnSpc>
                <a:spcPct val="150000"/>
              </a:lnSpc>
            </a:pPr>
            <a:r>
              <a:rPr lang="ar-SA" sz="2000" b="1" u="sng" dirty="0"/>
              <a:t>الألياف المتعددة الأوضاع</a:t>
            </a:r>
            <a:r>
              <a:rPr lang="fr-FR" sz="2000" b="1" u="sng" dirty="0"/>
              <a:t>:</a:t>
            </a:r>
            <a:endParaRPr lang="fr-FR" sz="2000" u="sng" dirty="0"/>
          </a:p>
          <a:p>
            <a:pPr algn="r" rtl="1" fontAlgn="base">
              <a:lnSpc>
                <a:spcPct val="150000"/>
              </a:lnSpc>
            </a:pPr>
            <a:r>
              <a:rPr lang="ar-DZ" sz="2000" dirty="0" smtClean="0"/>
              <a:t>يتميز هذا النوع </a:t>
            </a:r>
            <a:r>
              <a:rPr lang="ar-SA" sz="2000" dirty="0" smtClean="0"/>
              <a:t>بقطر </a:t>
            </a:r>
            <a:r>
              <a:rPr lang="ar-SA" sz="2000" dirty="0"/>
              <a:t>قلب أكبر يتراوح من 50 إلى 62.5 ميكرون، مما يمكنها من دعم إشارات أو أوضاع ضوئية متعددة تنتشر في وقت واحد. ويتسبب هذا في تشتت الأنماط، حيث تصل أضواء مختلفة في أوقات مختلفة، مما يؤدي إلى تشوهات محتملة في الإشارات على مسافات أطول تقطعها. وبفضل هذه الخاصية، فهي مناسبة لأنظمة الاتصالات قصيرة المدى التي تغطي ما يصل إلى حوالي 2 كيلومتر - مثل مراكز </a:t>
            </a:r>
            <a:r>
              <a:rPr lang="ar-SA" sz="2000" dirty="0" smtClean="0"/>
              <a:t>البيانات</a:t>
            </a:r>
            <a:r>
              <a:rPr lang="fr-FR" sz="2000" dirty="0" smtClean="0"/>
              <a:t>.</a:t>
            </a:r>
            <a:endParaRPr lang="fr-FR" sz="2000" dirty="0"/>
          </a:p>
          <a:p>
            <a:pPr algn="r" rtl="1">
              <a:lnSpc>
                <a:spcPct val="150000"/>
              </a:lnSpc>
            </a:pPr>
            <a:endParaRPr lang="fr-FR" sz="2000" dirty="0"/>
          </a:p>
        </p:txBody>
      </p:sp>
      <p:pic>
        <p:nvPicPr>
          <p:cNvPr id="3" name="Image 2" descr="202010291707508883997779ae4c19a001b2a0c850231b"/>
          <p:cNvPicPr/>
          <p:nvPr/>
        </p:nvPicPr>
        <p:blipFill>
          <a:blip r:embed="rId2">
            <a:extLst>
              <a:ext uri="{28A0092B-C50C-407E-A947-70E740481C1C}">
                <a14:useLocalDpi xmlns:a14="http://schemas.microsoft.com/office/drawing/2010/main" val="0"/>
              </a:ext>
            </a:extLst>
          </a:blip>
          <a:srcRect/>
          <a:stretch>
            <a:fillRect/>
          </a:stretch>
        </p:blipFill>
        <p:spPr bwMode="auto">
          <a:xfrm>
            <a:off x="2010003" y="3212976"/>
            <a:ext cx="5231934" cy="2952328"/>
          </a:xfrm>
          <a:prstGeom prst="rect">
            <a:avLst/>
          </a:prstGeom>
          <a:noFill/>
          <a:ln>
            <a:noFill/>
          </a:ln>
        </p:spPr>
      </p:pic>
    </p:spTree>
    <p:extLst>
      <p:ext uri="{BB962C8B-B14F-4D97-AF65-F5344CB8AC3E}">
        <p14:creationId xmlns:p14="http://schemas.microsoft.com/office/powerpoint/2010/main" val="204470837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additive="base">
                                        <p:cTn id="14"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ppt_x"/>
                                          </p:val>
                                        </p:tav>
                                        <p:tav tm="100000">
                                          <p:val>
                                            <p:strVal val="#ppt_x"/>
                                          </p:val>
                                        </p:tav>
                                      </p:tavLst>
                                    </p:anim>
                                    <p:anim calcmode="lin" valueType="num">
                                      <p:cBhvr additive="base">
                                        <p:cTn id="2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483768" y="260648"/>
            <a:ext cx="3960440"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ar-SA" sz="2000" b="1" dirty="0"/>
              <a:t>مزايا وعيوب الألياف الضوئية</a:t>
            </a:r>
            <a:endParaRPr lang="fr-FR" sz="2000" b="1" dirty="0"/>
          </a:p>
        </p:txBody>
      </p:sp>
      <p:sp>
        <p:nvSpPr>
          <p:cNvPr id="3" name="ZoneTexte 2"/>
          <p:cNvSpPr txBox="1"/>
          <p:nvPr/>
        </p:nvSpPr>
        <p:spPr>
          <a:xfrm>
            <a:off x="7092280" y="660758"/>
            <a:ext cx="1764196" cy="369332"/>
          </a:xfrm>
          <a:prstGeom prst="rect">
            <a:avLst/>
          </a:prstGeom>
          <a:noFill/>
        </p:spPr>
        <p:txBody>
          <a:bodyPr wrap="square" rtlCol="0">
            <a:spAutoFit/>
          </a:bodyPr>
          <a:lstStyle/>
          <a:p>
            <a:pPr algn="r"/>
            <a:r>
              <a:rPr lang="ar-DZ" b="1" u="sng" dirty="0" smtClean="0">
                <a:solidFill>
                  <a:srgbClr val="FF0000"/>
                </a:solidFill>
              </a:rPr>
              <a:t>المزايا:</a:t>
            </a:r>
            <a:endParaRPr lang="fr-FR" b="1" u="sng" dirty="0">
              <a:solidFill>
                <a:srgbClr val="FF0000"/>
              </a:solidFill>
            </a:endParaRPr>
          </a:p>
        </p:txBody>
      </p:sp>
      <p:sp>
        <p:nvSpPr>
          <p:cNvPr id="4" name="ZoneTexte 3"/>
          <p:cNvSpPr txBox="1"/>
          <p:nvPr/>
        </p:nvSpPr>
        <p:spPr>
          <a:xfrm>
            <a:off x="251520" y="1030090"/>
            <a:ext cx="8604956" cy="5355312"/>
          </a:xfrm>
          <a:prstGeom prst="rect">
            <a:avLst/>
          </a:prstGeom>
          <a:noFill/>
        </p:spPr>
        <p:txBody>
          <a:bodyPr wrap="square" rtlCol="0">
            <a:spAutoFit/>
          </a:bodyPr>
          <a:lstStyle/>
          <a:p>
            <a:pPr lvl="0" algn="r" rtl="1" fontAlgn="base">
              <a:lnSpc>
                <a:spcPct val="150000"/>
              </a:lnSpc>
            </a:pPr>
            <a:r>
              <a:rPr lang="ar-SA" u="sng" dirty="0">
                <a:solidFill>
                  <a:srgbClr val="00B050"/>
                </a:solidFill>
              </a:rPr>
              <a:t>سعة عالية: </a:t>
            </a:r>
            <a:r>
              <a:rPr lang="ar-SA" dirty="0" smtClean="0"/>
              <a:t>تتمتع </a:t>
            </a:r>
            <a:r>
              <a:rPr lang="ar-SA" dirty="0"/>
              <a:t>كابلات الألياف الضوئية بعرض نطاق ترددي أكبر بكثير من الكابلات النحاسية، والتي يمكنها نقل كميات هائلة من البيانات بسرعات عالية جدًا. تناسبهم هذه السمة بشكل أفضل مع التطبيقات التي تتطلب موارد كبيرة مثل خدمات البث أو مؤتمرات الفيديو أو عمليات نقل الملفات الكبيرة</a:t>
            </a:r>
            <a:r>
              <a:rPr lang="fr-FR" dirty="0"/>
              <a:t>.</a:t>
            </a:r>
          </a:p>
          <a:p>
            <a:pPr lvl="0" algn="r" rtl="1" fontAlgn="base">
              <a:lnSpc>
                <a:spcPct val="150000"/>
              </a:lnSpc>
            </a:pPr>
            <a:r>
              <a:rPr lang="ar-SA" u="sng" dirty="0" smtClean="0">
                <a:solidFill>
                  <a:srgbClr val="00B050"/>
                </a:solidFill>
              </a:rPr>
              <a:t>مقاومة </a:t>
            </a:r>
            <a:r>
              <a:rPr lang="ar-SA" u="sng" dirty="0">
                <a:solidFill>
                  <a:srgbClr val="00B050"/>
                </a:solidFill>
              </a:rPr>
              <a:t>التداخل الكهرومغناطيسي: </a:t>
            </a:r>
            <a:r>
              <a:rPr lang="ar-DZ" u="sng" dirty="0" smtClean="0">
                <a:solidFill>
                  <a:srgbClr val="00B050"/>
                </a:solidFill>
              </a:rPr>
              <a:t> </a:t>
            </a:r>
            <a:r>
              <a:rPr lang="ar-SA" dirty="0" smtClean="0"/>
              <a:t>لا </a:t>
            </a:r>
            <a:r>
              <a:rPr lang="ar-SA" dirty="0"/>
              <a:t>تتأثر أنظمة الألياف الضوئية بالتداخل الكهرومغناطيسي، وبالتالي فهي توفر وسائل أكثر أمانًا لنقل المعلومات. وهو مهم في الأماكن التي توجد بها ضوضاء كهربائية قوية مثل المصانع أو محطات الطاقة حيث قد تتشوه الإشارات إذا انتقلت عبر موصلات معدنية</a:t>
            </a:r>
            <a:r>
              <a:rPr lang="fr-FR" dirty="0"/>
              <a:t>.</a:t>
            </a:r>
          </a:p>
          <a:p>
            <a:pPr lvl="0" algn="r" rtl="1" fontAlgn="base">
              <a:lnSpc>
                <a:spcPct val="150000"/>
              </a:lnSpc>
            </a:pPr>
            <a:r>
              <a:rPr lang="ar-SA" u="sng" dirty="0">
                <a:solidFill>
                  <a:srgbClr val="00B050"/>
                </a:solidFill>
              </a:rPr>
              <a:t>السرية: </a:t>
            </a:r>
            <a:r>
              <a:rPr lang="ar-SA" dirty="0"/>
              <a:t>حقيقة أنه من الصعب الوصول إلى كابل الألياف الضوئية دون أن يتم ملاحظتك، تجعل هذا النوع من خطوط الاتصال أكثر أمانًا من أي نظام اتصال سلكي آخر. ولذلك تختار العديد من المؤسسات هذه الأنواع من الاتصالات لمنع التنصت والوصول غير المصرح به إلى بياناتها الحساسة</a:t>
            </a:r>
            <a:r>
              <a:rPr lang="fr-FR" dirty="0"/>
              <a:t>.</a:t>
            </a:r>
          </a:p>
          <a:p>
            <a:pPr lvl="0" algn="r" rtl="1" fontAlgn="base">
              <a:lnSpc>
                <a:spcPct val="150000"/>
              </a:lnSpc>
            </a:pPr>
            <a:r>
              <a:rPr lang="ar-SA" u="sng" dirty="0">
                <a:solidFill>
                  <a:srgbClr val="00B050"/>
                </a:solidFill>
              </a:rPr>
              <a:t>محمولة وقوية: </a:t>
            </a:r>
            <a:r>
              <a:rPr lang="ar-SA" dirty="0"/>
              <a:t>بالمقارنة مع الأسلاك النحاسية، فإن الألياف خفيفة الوزن ولكنها متينة مما يجعلها سهلة التركيب والصيانة. علاوة على ذلك، يمكنها تحمل التغيرات الشديدة في درجات الحرارة المقترنة بالظروف البيئية القاسية مما يجعلها يمكن الاعتماد عليها بدرجة كبيرة على مدى فترة طويلة</a:t>
            </a:r>
            <a:r>
              <a:rPr lang="fr-FR" dirty="0"/>
              <a:t>.</a:t>
            </a:r>
          </a:p>
          <a:p>
            <a:pPr algn="r" rtl="1"/>
            <a:endParaRPr lang="fr-FR" dirty="0"/>
          </a:p>
        </p:txBody>
      </p:sp>
    </p:spTree>
    <p:extLst>
      <p:ext uri="{BB962C8B-B14F-4D97-AF65-F5344CB8AC3E}">
        <p14:creationId xmlns:p14="http://schemas.microsoft.com/office/powerpoint/2010/main" val="399523969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 calcmode="lin" valueType="num">
                                      <p:cBhvr additive="base">
                                        <p:cTn id="2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 calcmode="lin" valueType="num">
                                      <p:cBhvr additive="base">
                                        <p:cTn id="2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anim calcmode="lin" valueType="num">
                                      <p:cBhvr additive="base">
                                        <p:cTn id="3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
                                            <p:txEl>
                                              <p:pRg st="3" end="3"/>
                                            </p:txEl>
                                          </p:spTgt>
                                        </p:tgtEl>
                                        <p:attrNameLst>
                                          <p:attrName>style.visibility</p:attrName>
                                        </p:attrNameLst>
                                      </p:cBhvr>
                                      <p:to>
                                        <p:strVal val="visible"/>
                                      </p:to>
                                    </p:set>
                                    <p:anim calcmode="lin" valueType="num">
                                      <p:cBhvr additive="base">
                                        <p:cTn id="3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491880" y="150403"/>
            <a:ext cx="2232248" cy="400110"/>
          </a:xfrm>
          <a:prstGeom prst="rect">
            <a:avLst/>
          </a:prstGeom>
          <a:noFill/>
        </p:spPr>
        <p:txBody>
          <a:bodyPr wrap="square" rtlCol="0">
            <a:spAutoFit/>
          </a:bodyPr>
          <a:lstStyle/>
          <a:p>
            <a:pPr algn="ctr" rtl="1"/>
            <a:r>
              <a:rPr lang="ar-DZ" sz="2000" b="1" u="sng" dirty="0" smtClean="0">
                <a:solidFill>
                  <a:srgbClr val="FF0000"/>
                </a:solidFill>
              </a:rPr>
              <a:t>العيوب:</a:t>
            </a:r>
            <a:endParaRPr lang="fr-FR" sz="2000" b="1" u="sng" dirty="0">
              <a:solidFill>
                <a:srgbClr val="FF0000"/>
              </a:solidFill>
            </a:endParaRPr>
          </a:p>
        </p:txBody>
      </p:sp>
      <p:sp>
        <p:nvSpPr>
          <p:cNvPr id="3" name="ZoneTexte 2"/>
          <p:cNvSpPr txBox="1"/>
          <p:nvPr/>
        </p:nvSpPr>
        <p:spPr>
          <a:xfrm>
            <a:off x="323528" y="836712"/>
            <a:ext cx="8640960" cy="5121082"/>
          </a:xfrm>
          <a:prstGeom prst="rect">
            <a:avLst/>
          </a:prstGeom>
          <a:noFill/>
        </p:spPr>
        <p:txBody>
          <a:bodyPr wrap="square" rtlCol="0">
            <a:spAutoFit/>
          </a:bodyPr>
          <a:lstStyle/>
          <a:p>
            <a:pPr lvl="0" algn="r" rtl="1" fontAlgn="base">
              <a:lnSpc>
                <a:spcPct val="150000"/>
              </a:lnSpc>
            </a:pPr>
            <a:r>
              <a:rPr lang="ar-SA" sz="2000" u="sng" dirty="0">
                <a:solidFill>
                  <a:srgbClr val="00B050"/>
                </a:solidFill>
              </a:rPr>
              <a:t>التكاليف في البداية: </a:t>
            </a:r>
            <a:r>
              <a:rPr lang="ar-SA" sz="2000" dirty="0"/>
              <a:t>في البداية، تتطلب كابلات الألياف الضوئية تكاليف أولية عالية. ويشمل ذلك أسعار المعدات المتخصصة والكابلات والعمال المهرة. قد تجد الشركات الصغيرة أو تلك ذات الميزانية المحدودة صعوبة في التغلب على هذا الأمر</a:t>
            </a:r>
            <a:r>
              <a:rPr lang="fr-FR" sz="2000" dirty="0"/>
              <a:t>.</a:t>
            </a:r>
          </a:p>
          <a:p>
            <a:pPr lvl="0" algn="r" rtl="1" fontAlgn="base">
              <a:lnSpc>
                <a:spcPct val="150000"/>
              </a:lnSpc>
            </a:pPr>
            <a:r>
              <a:rPr lang="ar-SA" sz="2000" u="sng" dirty="0">
                <a:solidFill>
                  <a:srgbClr val="00B050"/>
                </a:solidFill>
              </a:rPr>
              <a:t>الهشاشة: </a:t>
            </a:r>
            <a:r>
              <a:rPr lang="ar-SA" sz="2000" dirty="0"/>
              <a:t>يمكن اعتبار كابلات الألياف الضوئية هشة بالمقارنة مع نظيراتها النحاسية. يمكن أن تتضرر جسديًا عند تركيبها أو بسبب الضغط الميكانيكي العرضي، وبالتالي فهي تحتاج إلى تخطيط دقيق بالإضافة إلى التعامل معها</a:t>
            </a:r>
            <a:r>
              <a:rPr lang="fr-FR" sz="2000" dirty="0"/>
              <a:t>.</a:t>
            </a:r>
          </a:p>
          <a:p>
            <a:pPr lvl="0" algn="r" rtl="1" fontAlgn="base">
              <a:lnSpc>
                <a:spcPct val="150000"/>
              </a:lnSpc>
            </a:pPr>
            <a:r>
              <a:rPr lang="ar-SA" sz="2000" u="sng" dirty="0">
                <a:solidFill>
                  <a:srgbClr val="00B050"/>
                </a:solidFill>
              </a:rPr>
              <a:t>التركيب والصيانة المعقدة: </a:t>
            </a:r>
            <a:r>
              <a:rPr lang="ar-SA" sz="2000" dirty="0"/>
              <a:t>يلزم وجود معرفة وأدوات متخصصة أثناء تركيب وصيانة شبكات الألياف الضوئية؛ وهذا يجعلها معقدة. يجب تدريب الفنيين على كيفية لصق الألياف والتعامل معها من بين أمور أخرى قد تؤدي إلى تعقيد عملية النشر وزيادة تكلفة العمالة. كما يشكل تشخيص وإصلاح هذه الأنواع من الشبكات تحديات أكبر مقارنة بالأنظمة التقليدية التي تعتمد على المعادن</a:t>
            </a:r>
            <a:r>
              <a:rPr lang="fr-FR" sz="2000" dirty="0"/>
              <a:t>.</a:t>
            </a:r>
          </a:p>
          <a:p>
            <a:pPr algn="r" rtl="1">
              <a:lnSpc>
                <a:spcPct val="150000"/>
              </a:lnSpc>
            </a:pPr>
            <a:endParaRPr lang="fr-FR" sz="2000" dirty="0"/>
          </a:p>
        </p:txBody>
      </p:sp>
    </p:spTree>
    <p:extLst>
      <p:ext uri="{BB962C8B-B14F-4D97-AF65-F5344CB8AC3E}">
        <p14:creationId xmlns:p14="http://schemas.microsoft.com/office/powerpoint/2010/main" val="91342025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circle(in)">
                                      <p:cBhvr>
                                        <p:cTn id="10" dur="2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Effect transition="in" filter="fade">
                                      <p:cBhvr>
                                        <p:cTn id="15" dur="1000"/>
                                        <p:tgtEl>
                                          <p:spTgt spid="2">
                                            <p:txEl>
                                              <p:pRg st="0" end="0"/>
                                            </p:txEl>
                                          </p:spTgt>
                                        </p:tgtEl>
                                      </p:cBhvr>
                                    </p:animEffect>
                                    <p:anim calcmode="lin" valueType="num">
                                      <p:cBhvr>
                                        <p:cTn id="16"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 calcmode="lin" valueType="num">
                                      <p:cBhvr additive="base">
                                        <p:cTn id="2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 calcmode="lin" valueType="num">
                                      <p:cBhvr additive="base">
                                        <p:cTn id="2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3">
                                            <p:txEl>
                                              <p:pRg st="2" end="2"/>
                                            </p:txEl>
                                          </p:spTgt>
                                        </p:tgtEl>
                                        <p:attrNameLst>
                                          <p:attrName>style.visibility</p:attrName>
                                        </p:attrNameLst>
                                      </p:cBhvr>
                                      <p:to>
                                        <p:strVal val="visible"/>
                                      </p:to>
                                    </p:set>
                                    <p:anim calcmode="lin" valueType="num">
                                      <p:cBhvr additive="base">
                                        <p:cTn id="3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779912" y="188640"/>
            <a:ext cx="1584176"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rtl="1"/>
            <a:r>
              <a:rPr lang="ar-DZ" sz="2000" b="1" dirty="0" smtClean="0"/>
              <a:t>استخداماتها:</a:t>
            </a:r>
            <a:endParaRPr lang="fr-FR" sz="2000" b="1" dirty="0"/>
          </a:p>
        </p:txBody>
      </p:sp>
      <p:sp>
        <p:nvSpPr>
          <p:cNvPr id="3" name="ZoneTexte 2"/>
          <p:cNvSpPr txBox="1"/>
          <p:nvPr/>
        </p:nvSpPr>
        <p:spPr>
          <a:xfrm>
            <a:off x="251520" y="588750"/>
            <a:ext cx="8640960" cy="6506076"/>
          </a:xfrm>
          <a:prstGeom prst="rect">
            <a:avLst/>
          </a:prstGeom>
          <a:noFill/>
        </p:spPr>
        <p:txBody>
          <a:bodyPr wrap="square" rtlCol="0">
            <a:spAutoFit/>
          </a:bodyPr>
          <a:lstStyle/>
          <a:p>
            <a:pPr algn="r" rtl="1">
              <a:lnSpc>
                <a:spcPct val="150000"/>
              </a:lnSpc>
            </a:pPr>
            <a:r>
              <a:rPr lang="ar-IQ" sz="2000" dirty="0"/>
              <a:t>لقد بدأ تطبيق واستعمال الالياف البصرية</a:t>
            </a:r>
            <a:r>
              <a:rPr lang="fr-FR" sz="2000" dirty="0"/>
              <a:t> </a:t>
            </a:r>
            <a:r>
              <a:rPr lang="ar-IQ" sz="2000" dirty="0"/>
              <a:t>في مطلع الثمانينات حيث انتشر استعمالها بشكل واسع وفي جميع دول العالم اذ تم تركيب ملايين الكيلومترات من خطوط تلك الالياف </a:t>
            </a:r>
            <a:r>
              <a:rPr lang="fr-FR" sz="2000" dirty="0"/>
              <a:t>.</a:t>
            </a:r>
          </a:p>
          <a:p>
            <a:pPr algn="r" rtl="1">
              <a:lnSpc>
                <a:spcPct val="150000"/>
              </a:lnSpc>
            </a:pPr>
            <a:r>
              <a:rPr lang="ar-IQ" sz="2000" dirty="0"/>
              <a:t>ان اهم مجالات تطبيق</a:t>
            </a:r>
            <a:r>
              <a:rPr lang="fr-FR" sz="2000" dirty="0"/>
              <a:t> </a:t>
            </a:r>
            <a:r>
              <a:rPr lang="ar-IQ" sz="2000" dirty="0"/>
              <a:t>الالياف البصرية</a:t>
            </a:r>
            <a:r>
              <a:rPr lang="fr-FR" sz="2000" dirty="0"/>
              <a:t> </a:t>
            </a:r>
            <a:r>
              <a:rPr lang="ar-IQ" sz="2000" dirty="0"/>
              <a:t>في الوقت الحالي</a:t>
            </a:r>
            <a:r>
              <a:rPr lang="fr-FR" sz="2000" dirty="0"/>
              <a:t> :</a:t>
            </a:r>
          </a:p>
          <a:p>
            <a:pPr marL="342900" indent="-342900" algn="r" rtl="1">
              <a:lnSpc>
                <a:spcPct val="150000"/>
              </a:lnSpc>
              <a:buFont typeface="Arial" pitchFamily="34" charset="0"/>
              <a:buChar char="•"/>
            </a:pPr>
            <a:r>
              <a:rPr lang="ar-IQ" sz="2000" dirty="0"/>
              <a:t> </a:t>
            </a:r>
            <a:r>
              <a:rPr lang="ar-IQ" sz="2000" dirty="0" smtClean="0"/>
              <a:t> </a:t>
            </a:r>
            <a:r>
              <a:rPr lang="ar-IQ" sz="2000" dirty="0"/>
              <a:t>خطوط الاتصالات البعيدة المدى</a:t>
            </a:r>
            <a:endParaRPr lang="fr-FR" sz="2000" dirty="0"/>
          </a:p>
          <a:p>
            <a:pPr marL="342900" indent="-342900" algn="r" rtl="1">
              <a:lnSpc>
                <a:spcPct val="150000"/>
              </a:lnSpc>
              <a:buFont typeface="Arial" pitchFamily="34" charset="0"/>
              <a:buChar char="•"/>
            </a:pPr>
            <a:r>
              <a:rPr lang="fr-FR" sz="2000" dirty="0"/>
              <a:t> </a:t>
            </a:r>
            <a:r>
              <a:rPr lang="fr-FR" sz="2000" dirty="0" smtClean="0"/>
              <a:t> </a:t>
            </a:r>
            <a:r>
              <a:rPr lang="ar-IQ" sz="2000" dirty="0" smtClean="0"/>
              <a:t>شبكات </a:t>
            </a:r>
            <a:r>
              <a:rPr lang="ar-IQ" sz="2000" dirty="0"/>
              <a:t>الهاتف المحلية</a:t>
            </a:r>
            <a:endParaRPr lang="fr-FR" sz="2000" dirty="0"/>
          </a:p>
          <a:p>
            <a:pPr marL="342900" indent="-342900" algn="r" rtl="1">
              <a:lnSpc>
                <a:spcPct val="150000"/>
              </a:lnSpc>
              <a:buFont typeface="Arial" pitchFamily="34" charset="0"/>
              <a:buChar char="•"/>
            </a:pPr>
            <a:r>
              <a:rPr lang="ar-IQ" sz="2000" dirty="0"/>
              <a:t> </a:t>
            </a:r>
            <a:r>
              <a:rPr lang="ar-IQ" sz="2000" dirty="0" smtClean="0"/>
              <a:t> </a:t>
            </a:r>
            <a:r>
              <a:rPr lang="ar-IQ" sz="2000" dirty="0"/>
              <a:t>البث التلفزيوني عبر الكيبل</a:t>
            </a:r>
            <a:r>
              <a:rPr lang="fr-FR" sz="2000" dirty="0"/>
              <a:t> </a:t>
            </a:r>
            <a:r>
              <a:rPr lang="ar-IQ" sz="2000" dirty="0"/>
              <a:t>الضوئي</a:t>
            </a:r>
            <a:endParaRPr lang="fr-FR" sz="2000" dirty="0"/>
          </a:p>
          <a:p>
            <a:pPr marL="342900" indent="-342900" algn="r" rtl="1">
              <a:lnSpc>
                <a:spcPct val="150000"/>
              </a:lnSpc>
              <a:buFont typeface="Arial" pitchFamily="34" charset="0"/>
              <a:buChar char="•"/>
            </a:pPr>
            <a:r>
              <a:rPr lang="ar-IQ" sz="2000" dirty="0"/>
              <a:t> </a:t>
            </a:r>
            <a:r>
              <a:rPr lang="fr-FR" sz="2000" dirty="0"/>
              <a:t> </a:t>
            </a:r>
            <a:r>
              <a:rPr lang="ar-IQ" sz="2000" dirty="0" smtClean="0"/>
              <a:t>الانترنت </a:t>
            </a:r>
            <a:r>
              <a:rPr lang="ar-IQ" sz="2000" dirty="0"/>
              <a:t>ونقل البيانات</a:t>
            </a:r>
            <a:endParaRPr lang="fr-FR" sz="2000" dirty="0"/>
          </a:p>
          <a:p>
            <a:pPr marL="342900" indent="-342900" algn="r" rtl="1">
              <a:lnSpc>
                <a:spcPct val="150000"/>
              </a:lnSpc>
              <a:buFont typeface="Arial" pitchFamily="34" charset="0"/>
              <a:buChar char="•"/>
            </a:pPr>
            <a:r>
              <a:rPr lang="fr-FR" sz="2000" dirty="0" smtClean="0"/>
              <a:t> </a:t>
            </a:r>
            <a:r>
              <a:rPr lang="ar-IQ" sz="2000" dirty="0" smtClean="0"/>
              <a:t> </a:t>
            </a:r>
            <a:r>
              <a:rPr lang="ar-IQ" sz="2000" dirty="0"/>
              <a:t>الاتصالات  العسكرية</a:t>
            </a:r>
            <a:endParaRPr lang="fr-FR" sz="2000" dirty="0"/>
          </a:p>
          <a:p>
            <a:pPr marL="342900" indent="-342900" algn="r" rtl="1">
              <a:lnSpc>
                <a:spcPct val="150000"/>
              </a:lnSpc>
              <a:buFont typeface="Arial" pitchFamily="34" charset="0"/>
              <a:buChar char="•"/>
            </a:pPr>
            <a:r>
              <a:rPr lang="fr-FR" sz="2000" dirty="0" smtClean="0"/>
              <a:t>  </a:t>
            </a:r>
            <a:r>
              <a:rPr lang="ar-IQ" sz="2000" dirty="0" smtClean="0"/>
              <a:t>الطب </a:t>
            </a:r>
            <a:r>
              <a:rPr lang="ar-IQ" sz="2000" dirty="0"/>
              <a:t>حيث يتم استخدامها في مجال الجراحات المنظارية والنواظير التشخيصية والعلاجية</a:t>
            </a:r>
            <a:endParaRPr lang="fr-FR" sz="2000" dirty="0"/>
          </a:p>
          <a:p>
            <a:pPr marL="342900" indent="-342900" algn="r" rtl="1">
              <a:lnSpc>
                <a:spcPct val="150000"/>
              </a:lnSpc>
              <a:buFont typeface="Arial" pitchFamily="34" charset="0"/>
              <a:buChar char="•"/>
            </a:pPr>
            <a:r>
              <a:rPr lang="fr-FR" sz="2000" dirty="0"/>
              <a:t> </a:t>
            </a:r>
            <a:r>
              <a:rPr lang="fr-FR" sz="2000" dirty="0" smtClean="0"/>
              <a:t> </a:t>
            </a:r>
            <a:r>
              <a:rPr lang="ar-IQ" sz="2000" dirty="0" smtClean="0"/>
              <a:t>المجسات </a:t>
            </a:r>
            <a:r>
              <a:rPr lang="ar-IQ" sz="2000" dirty="0"/>
              <a:t>والمتحسسات حيث يمكن استعمال الالياف البصرية في مجال المجسات في قياس الاجهاد ودرجة الحرارة والضغط وعوامل اخرى . اذ ان المجس البصري يبعث ويستلم ويحول طاقة الضوء الى اشارة كهربائية</a:t>
            </a:r>
            <a:r>
              <a:rPr lang="fr-FR" sz="2000" dirty="0"/>
              <a:t> . </a:t>
            </a:r>
            <a:r>
              <a:rPr lang="ar-IQ" sz="2000" dirty="0"/>
              <a:t>والسبب في استخدام الالياف في مجال المجسات هو انها وسط ناقل نموذجي للمعلومة من ناحية دقة وصول المعلومة وسرعة الارسال وخفة الوزن</a:t>
            </a:r>
            <a:endParaRPr lang="fr-FR" sz="2000" dirty="0"/>
          </a:p>
          <a:p>
            <a:pPr algn="r" rtl="1">
              <a:lnSpc>
                <a:spcPct val="150000"/>
              </a:lnSpc>
            </a:pPr>
            <a:endParaRPr lang="fr-FR" sz="2000" dirty="0"/>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060848"/>
            <a:ext cx="3793604" cy="2124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260251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 calcmode="lin" valueType="num">
                                      <p:cBhvr additive="base">
                                        <p:cTn id="4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 calcmode="lin" valueType="num">
                                      <p:cBhvr additive="base">
                                        <p:cTn id="5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3">
                                            <p:txEl>
                                              <p:pRg st="8" end="8"/>
                                            </p:txEl>
                                          </p:spTgt>
                                        </p:tgtEl>
                                        <p:attrNameLst>
                                          <p:attrName>style.visibility</p:attrName>
                                        </p:attrNameLst>
                                      </p:cBhvr>
                                      <p:to>
                                        <p:strVal val="visible"/>
                                      </p:to>
                                    </p:set>
                                    <p:anim calcmode="lin" valueType="num">
                                      <p:cBhvr additive="base">
                                        <p:cTn id="60"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8"/>
                                        </p:tgtEl>
                                        <p:attrNameLst>
                                          <p:attrName>style.visibility</p:attrName>
                                        </p:attrNameLst>
                                      </p:cBhvr>
                                      <p:to>
                                        <p:strVal val="visible"/>
                                      </p:to>
                                    </p:set>
                                    <p:anim calcmode="lin" valueType="num">
                                      <p:cBhvr additive="base">
                                        <p:cTn id="66" dur="500" fill="hold"/>
                                        <p:tgtEl>
                                          <p:spTgt spid="8"/>
                                        </p:tgtEl>
                                        <p:attrNameLst>
                                          <p:attrName>ppt_x</p:attrName>
                                        </p:attrNameLst>
                                      </p:cBhvr>
                                      <p:tavLst>
                                        <p:tav tm="0">
                                          <p:val>
                                            <p:strVal val="#ppt_x"/>
                                          </p:val>
                                        </p:tav>
                                        <p:tav tm="100000">
                                          <p:val>
                                            <p:strVal val="#ppt_x"/>
                                          </p:val>
                                        </p:tav>
                                      </p:tavLst>
                                    </p:anim>
                                    <p:anim calcmode="lin" valueType="num">
                                      <p:cBhvr additive="base">
                                        <p:cTn id="6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3059832" y="188640"/>
            <a:ext cx="3024336"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rtl="1"/>
            <a:r>
              <a:rPr lang="ar-DZ" sz="2000" b="1" dirty="0" smtClean="0"/>
              <a:t>التوهين في الألياف البصرية:</a:t>
            </a:r>
            <a:endParaRPr lang="fr-FR" sz="2000" b="1" dirty="0"/>
          </a:p>
        </p:txBody>
      </p:sp>
      <p:sp>
        <p:nvSpPr>
          <p:cNvPr id="4" name="Rectangle 3"/>
          <p:cNvSpPr/>
          <p:nvPr/>
        </p:nvSpPr>
        <p:spPr>
          <a:xfrm>
            <a:off x="211589" y="764704"/>
            <a:ext cx="8676456" cy="3370282"/>
          </a:xfrm>
          <a:prstGeom prst="rect">
            <a:avLst/>
          </a:prstGeom>
        </p:spPr>
        <p:txBody>
          <a:bodyPr wrap="square">
            <a:spAutoFit/>
          </a:bodyPr>
          <a:lstStyle/>
          <a:p>
            <a:pPr algn="r" rtl="1" fontAlgn="base">
              <a:lnSpc>
                <a:spcPct val="150000"/>
              </a:lnSpc>
            </a:pPr>
            <a:r>
              <a:rPr lang="ar-SA" dirty="0"/>
              <a:t>الشيء الأكثر أهمية عندما يتعلق الأمر بالتأكد من أن شبكتك تعمل في أفضل حالاتها هو التعامل مع </a:t>
            </a:r>
            <a:r>
              <a:rPr lang="ar-SA" dirty="0" smtClean="0"/>
              <a:t>التوهين.</a:t>
            </a:r>
            <a:r>
              <a:rPr lang="ar-DZ" dirty="0" smtClean="0"/>
              <a:t>حيث </a:t>
            </a:r>
            <a:r>
              <a:rPr lang="ar-SA" dirty="0" smtClean="0"/>
              <a:t> </a:t>
            </a:r>
            <a:r>
              <a:rPr lang="ar-SA" dirty="0"/>
              <a:t>تتناقص قوة الإشارة أثناء تحركها على طول كابل الألياف الضوئية، وهو ما يُعرف بالتوهين</a:t>
            </a:r>
            <a:r>
              <a:rPr lang="fr-FR" dirty="0"/>
              <a:t>.</a:t>
            </a:r>
          </a:p>
          <a:p>
            <a:pPr algn="r" rtl="1" fontAlgn="base">
              <a:lnSpc>
                <a:spcPct val="150000"/>
              </a:lnSpc>
            </a:pPr>
            <a:r>
              <a:rPr lang="ar-DZ" dirty="0" smtClean="0"/>
              <a:t>ان </a:t>
            </a:r>
            <a:r>
              <a:rPr lang="ar-SA" dirty="0" smtClean="0"/>
              <a:t>مفتاح </a:t>
            </a:r>
            <a:r>
              <a:rPr lang="ar-SA" dirty="0"/>
              <a:t>تقليل التوهين يشمل استخدام كابلات ذات نوعية جيدة وتركيبها بشكل صحيح. يجب التعامل مع كابلات الألياف الضوئية بعناية حتى لا تتعرض للانحناءات الدقيقة أو الانحناءات الكلية لأن هذين الأمرين يمكن أن يسببا توهينًا أكثر من المعتاد. يشدد </a:t>
            </a:r>
            <a:r>
              <a:rPr lang="ar-DZ" dirty="0" smtClean="0"/>
              <a:t>أخصائيون </a:t>
            </a:r>
            <a:r>
              <a:rPr lang="ar-SA" dirty="0" smtClean="0"/>
              <a:t>على </a:t>
            </a:r>
            <a:r>
              <a:rPr lang="ar-SA" dirty="0"/>
              <a:t>الحاجة إلى موصلات ووصلات نظيفة لأن الأوساخ والعيوب قد تزيد بشكل كبير من فقدان الإشارة من خلالها. أخيرًا، سيساعدك اختبار الشبكة ومراقبتها بانتظام باستخدام</a:t>
            </a:r>
            <a:r>
              <a:rPr lang="fr-FR" dirty="0"/>
              <a:t> </a:t>
            </a:r>
            <a:r>
              <a:rPr lang="fr-FR" dirty="0" smtClean="0"/>
              <a:t>OTDR </a:t>
            </a:r>
            <a:r>
              <a:rPr lang="ar-DZ" dirty="0" smtClean="0"/>
              <a:t> </a:t>
            </a:r>
            <a:r>
              <a:rPr lang="ar-SA" dirty="0" smtClean="0"/>
              <a:t>مقياس </a:t>
            </a:r>
            <a:r>
              <a:rPr lang="ar-SA" dirty="0"/>
              <a:t>انعكاس المجال الزمني </a:t>
            </a:r>
            <a:r>
              <a:rPr lang="ar-SA" dirty="0" smtClean="0"/>
              <a:t>البصري</a:t>
            </a:r>
            <a:r>
              <a:rPr lang="ar-DZ" dirty="0" smtClean="0"/>
              <a:t> </a:t>
            </a:r>
            <a:r>
              <a:rPr lang="ar-SA" dirty="0" smtClean="0"/>
              <a:t>في </a:t>
            </a:r>
            <a:r>
              <a:rPr lang="ar-SA" dirty="0"/>
              <a:t>العثور على نقاط الضعف في الوقت المناسب لاتخاذ الإجراءات اللازمة. تعمل كل هذه التدابير معًا لتقليل التوهين وبالتالي الحفاظ على كفاءة شبكات الألياف الضوئية وسليمتها</a:t>
            </a:r>
            <a:r>
              <a:rPr lang="fr-FR" dirty="0"/>
              <a:t>.</a:t>
            </a:r>
          </a:p>
        </p:txBody>
      </p:sp>
      <p:pic>
        <p:nvPicPr>
          <p:cNvPr id="5" name="Image 4" descr="المشكلات والحلول الشائعة المتعلقة بكابلات الألياف الضوئية"/>
          <p:cNvPicPr/>
          <p:nvPr/>
        </p:nvPicPr>
        <p:blipFill>
          <a:blip r:embed="rId2">
            <a:extLst>
              <a:ext uri="{28A0092B-C50C-407E-A947-70E740481C1C}">
                <a14:useLocalDpi xmlns:a14="http://schemas.microsoft.com/office/drawing/2010/main" val="0"/>
              </a:ext>
            </a:extLst>
          </a:blip>
          <a:srcRect/>
          <a:stretch>
            <a:fillRect/>
          </a:stretch>
        </p:blipFill>
        <p:spPr bwMode="auto">
          <a:xfrm>
            <a:off x="827584" y="4869160"/>
            <a:ext cx="4464496" cy="1616114"/>
          </a:xfrm>
          <a:prstGeom prst="rect">
            <a:avLst/>
          </a:prstGeom>
          <a:noFill/>
          <a:ln>
            <a:noFill/>
          </a:ln>
        </p:spPr>
      </p:pic>
    </p:spTree>
    <p:extLst>
      <p:ext uri="{BB962C8B-B14F-4D97-AF65-F5344CB8AC3E}">
        <p14:creationId xmlns:p14="http://schemas.microsoft.com/office/powerpoint/2010/main" val="348281473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472409" y="200402"/>
            <a:ext cx="4032448"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ar-DZ" sz="2000" cap="small" dirty="0" smtClean="0"/>
              <a:t>طريقة </a:t>
            </a:r>
            <a:r>
              <a:rPr lang="ar-SA" sz="2000" cap="small" dirty="0" smtClean="0"/>
              <a:t>تلحيم </a:t>
            </a:r>
            <a:r>
              <a:rPr lang="ar-SA" sz="2000" cap="small" dirty="0"/>
              <a:t>كابل الألياف البصرية</a:t>
            </a:r>
            <a:endParaRPr lang="fr-FR" sz="2000" dirty="0"/>
          </a:p>
        </p:txBody>
      </p:sp>
      <p:pic>
        <p:nvPicPr>
          <p:cNvPr id="3" name="Image 2"/>
          <p:cNvPicPr/>
          <p:nvPr/>
        </p:nvPicPr>
        <p:blipFill>
          <a:blip r:embed="rId2">
            <a:extLst>
              <a:ext uri="{28A0092B-C50C-407E-A947-70E740481C1C}">
                <a14:useLocalDpi xmlns:a14="http://schemas.microsoft.com/office/drawing/2010/main" val="0"/>
              </a:ext>
            </a:extLst>
          </a:blip>
          <a:srcRect/>
          <a:stretch>
            <a:fillRect/>
          </a:stretch>
        </p:blipFill>
        <p:spPr bwMode="auto">
          <a:xfrm>
            <a:off x="179512" y="692696"/>
            <a:ext cx="8784976" cy="5976664"/>
          </a:xfrm>
          <a:prstGeom prst="rect">
            <a:avLst/>
          </a:prstGeom>
          <a:noFill/>
        </p:spPr>
      </p:pic>
    </p:spTree>
    <p:extLst>
      <p:ext uri="{BB962C8B-B14F-4D97-AF65-F5344CB8AC3E}">
        <p14:creationId xmlns:p14="http://schemas.microsoft.com/office/powerpoint/2010/main" val="425763503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p:nvPr/>
        </p:nvPicPr>
        <p:blipFill>
          <a:blip r:embed="rId2" cstate="print"/>
          <a:stretch>
            <a:fillRect/>
          </a:stretch>
        </p:blipFill>
        <p:spPr>
          <a:xfrm>
            <a:off x="179512" y="188640"/>
            <a:ext cx="8784976" cy="6480719"/>
          </a:xfrm>
          <a:prstGeom prst="rect">
            <a:avLst/>
          </a:prstGeom>
        </p:spPr>
      </p:pic>
    </p:spTree>
    <p:extLst>
      <p:ext uri="{BB962C8B-B14F-4D97-AF65-F5344CB8AC3E}">
        <p14:creationId xmlns:p14="http://schemas.microsoft.com/office/powerpoint/2010/main" val="101614879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p:nvPr/>
        </p:nvPicPr>
        <p:blipFill>
          <a:blip r:embed="rId2" cstate="print"/>
          <a:stretch>
            <a:fillRect/>
          </a:stretch>
        </p:blipFill>
        <p:spPr>
          <a:xfrm>
            <a:off x="179513" y="188640"/>
            <a:ext cx="8784976" cy="6480719"/>
          </a:xfrm>
          <a:prstGeom prst="rect">
            <a:avLst/>
          </a:prstGeom>
        </p:spPr>
      </p:pic>
    </p:spTree>
    <p:extLst>
      <p:ext uri="{BB962C8B-B14F-4D97-AF65-F5344CB8AC3E}">
        <p14:creationId xmlns:p14="http://schemas.microsoft.com/office/powerpoint/2010/main" val="251815399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p:nvPr/>
        </p:nvPicPr>
        <p:blipFill>
          <a:blip r:embed="rId2" cstate="print"/>
          <a:stretch>
            <a:fillRect/>
          </a:stretch>
        </p:blipFill>
        <p:spPr>
          <a:xfrm>
            <a:off x="251520" y="188640"/>
            <a:ext cx="8712968" cy="6480719"/>
          </a:xfrm>
          <a:prstGeom prst="rect">
            <a:avLst/>
          </a:prstGeom>
        </p:spPr>
      </p:pic>
    </p:spTree>
    <p:extLst>
      <p:ext uri="{BB962C8B-B14F-4D97-AF65-F5344CB8AC3E}">
        <p14:creationId xmlns:p14="http://schemas.microsoft.com/office/powerpoint/2010/main" val="74361359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illes">
  <a:themeElements>
    <a:clrScheme name="Mailles">
      <a:dk1>
        <a:sysClr val="windowText" lastClr="000000"/>
      </a:dk1>
      <a:lt1>
        <a:sysClr val="window" lastClr="FFFFFF"/>
      </a:lt1>
      <a:dk2>
        <a:srgbClr val="1D3641"/>
      </a:dk2>
      <a:lt2>
        <a:srgbClr val="DFE6D0"/>
      </a:lt2>
      <a:accent1>
        <a:srgbClr val="759AA5"/>
      </a:accent1>
      <a:accent2>
        <a:srgbClr val="CFC60D"/>
      </a:accent2>
      <a:accent3>
        <a:srgbClr val="99987F"/>
      </a:accent3>
      <a:accent4>
        <a:srgbClr val="90AC97"/>
      </a:accent4>
      <a:accent5>
        <a:srgbClr val="FFAD1C"/>
      </a:accent5>
      <a:accent6>
        <a:srgbClr val="B9AB6F"/>
      </a:accent6>
      <a:hlink>
        <a:srgbClr val="66AACD"/>
      </a:hlink>
      <a:folHlink>
        <a:srgbClr val="809DB3"/>
      </a:folHlink>
    </a:clrScheme>
    <a:fontScheme name="Médian">
      <a:majorFont>
        <a:latin typeface="Tw Cen MT"/>
        <a:ea typeface=""/>
        <a:cs typeface=""/>
        <a:font script="Grek" typeface="Calibri"/>
        <a:font script="Cyrl" typeface="Calibri"/>
        <a:font script="Jpan" typeface="HG創英角ｺﾞｼｯｸUB"/>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創英角ｺﾞｼｯｸUB"/>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ailles">
      <a:fillStyleLst>
        <a:solidFill>
          <a:schemeClr val="phClr"/>
        </a:solidFill>
        <a:gradFill rotWithShape="1">
          <a:gsLst>
            <a:gs pos="0">
              <a:schemeClr val="phClr">
                <a:tint val="79000"/>
                <a:satMod val="180000"/>
              </a:schemeClr>
            </a:gs>
            <a:gs pos="65000">
              <a:schemeClr val="phClr">
                <a:tint val="52000"/>
                <a:satMod val="250000"/>
              </a:schemeClr>
            </a:gs>
            <a:gs pos="100000">
              <a:schemeClr val="phClr">
                <a:tint val="29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15875" cap="flat" cmpd="sng" algn="ctr">
          <a:solidFill>
            <a:schemeClr val="phClr"/>
          </a:solidFill>
          <a:prstDash val="solid"/>
        </a:ln>
        <a:ln w="38100" cap="flat" cmpd="sng" algn="ctr">
          <a:solidFill>
            <a:schemeClr val="phClr"/>
          </a:solidFill>
          <a:prstDash val="solid"/>
        </a:ln>
      </a:lnStyleLst>
      <a:effectStyleLst>
        <a:effectStyle>
          <a:effectLst>
            <a:outerShdw blurRad="63500" dist="25400" dir="5400000" rotWithShape="0">
              <a:srgbClr val="000000">
                <a:alpha val="43000"/>
              </a:srgbClr>
            </a:outerShdw>
          </a:effectLst>
        </a:effectStyle>
        <a:effectStyle>
          <a:effectLst>
            <a:outerShdw blurRad="63500" dist="25400" dir="5400000" rotWithShape="0">
              <a:srgbClr val="000000">
                <a:alpha val="43000"/>
              </a:srgbClr>
            </a:outerShdw>
          </a:effectLst>
          <a:scene3d>
            <a:camera prst="orthographicFront">
              <a:rot lat="0" lon="0" rev="0"/>
            </a:camera>
            <a:lightRig rig="brightRoom" dir="t">
              <a:rot lat="0" lon="0" rev="8700000"/>
            </a:lightRig>
          </a:scene3d>
          <a:sp3d contourW="12700" prstMaterial="dkEdge">
            <a:bevelT w="0" h="0" prst="relaxedInset"/>
            <a:contourClr>
              <a:schemeClr val="phClr">
                <a:shade val="65000"/>
                <a:satMod val="150000"/>
              </a:schemeClr>
            </a:contourClr>
          </a:sp3d>
        </a:effectStyle>
        <a:effectStyle>
          <a:effectLst>
            <a:outerShdw blurRad="63500" dist="25400" dir="5400000" rotWithShape="0">
              <a:srgbClr val="000000">
                <a:alpha val="43000"/>
              </a:srgbClr>
            </a:outerShdw>
          </a:effectLst>
          <a:scene3d>
            <a:camera prst="orthographicFront">
              <a:rot lat="0" lon="0" rev="0"/>
            </a:camera>
            <a:lightRig rig="glow" dir="t">
              <a:rot lat="0" lon="0" rev="13200000"/>
            </a:lightRig>
          </a:scene3d>
          <a:sp3d prstMaterial="dkEdge">
            <a:bevelT w="63500" h="50800" prst="relaxedInset"/>
          </a:sp3d>
        </a:effectStyle>
      </a:effectStyleLst>
      <a:bgFillStyleLst>
        <a:solidFill>
          <a:schemeClr val="phClr"/>
        </a:solidFill>
        <a:gradFill rotWithShape="1">
          <a:gsLst>
            <a:gs pos="0">
              <a:schemeClr val="phClr">
                <a:tint val="85000"/>
                <a:shade val="95000"/>
                <a:satMod val="200000"/>
              </a:schemeClr>
            </a:gs>
            <a:gs pos="53000">
              <a:schemeClr val="phClr">
                <a:shade val="60000"/>
                <a:satMod val="220000"/>
              </a:schemeClr>
            </a:gs>
            <a:gs pos="100000">
              <a:schemeClr val="phClr">
                <a:shade val="45000"/>
                <a:satMod val="220000"/>
              </a:schemeClr>
            </a:gs>
          </a:gsLst>
          <a:lin ang="16200000" scaled="0"/>
        </a:gradFill>
        <a:gradFill rotWithShape="1">
          <a:gsLst>
            <a:gs pos="0">
              <a:schemeClr val="phClr">
                <a:tint val="83000"/>
                <a:shade val="97000"/>
                <a:satMod val="230000"/>
              </a:schemeClr>
            </a:gs>
            <a:gs pos="100000">
              <a:schemeClr val="phClr">
                <a:shade val="35000"/>
                <a:satMod val="250000"/>
              </a:schemeClr>
            </a:gs>
          </a:gsLst>
          <a:path path="circle">
            <a:fillToRect l="15000" t="50000" r="85000" b="60000"/>
          </a:path>
        </a:gradFill>
      </a:bgFillStyleLst>
    </a:fmtScheme>
  </a:themeElements>
  <a:objectDefaults/>
  <a:extraClrSchemeLst/>
</a:theme>
</file>

<file path=ppt/theme/theme2.xml><?xml version="1.0" encoding="utf-8"?>
<a:theme xmlns:a="http://schemas.openxmlformats.org/drawingml/2006/main" name="Couture">
  <a:themeElements>
    <a:clrScheme name="Couture">
      <a:dk1>
        <a:sysClr val="windowText" lastClr="000000"/>
      </a:dk1>
      <a:lt1>
        <a:sysClr val="window" lastClr="FFFFFF"/>
      </a:lt1>
      <a:dk2>
        <a:srgbClr val="37302A"/>
      </a:dk2>
      <a:lt2>
        <a:srgbClr val="D0CCB9"/>
      </a:lt2>
      <a:accent1>
        <a:srgbClr val="9E8E5C"/>
      </a:accent1>
      <a:accent2>
        <a:srgbClr val="A09781"/>
      </a:accent2>
      <a:accent3>
        <a:srgbClr val="85776D"/>
      </a:accent3>
      <a:accent4>
        <a:srgbClr val="AEAFA9"/>
      </a:accent4>
      <a:accent5>
        <a:srgbClr val="8D878B"/>
      </a:accent5>
      <a:accent6>
        <a:srgbClr val="6B6149"/>
      </a:accent6>
      <a:hlink>
        <a:srgbClr val="B6A272"/>
      </a:hlink>
      <a:folHlink>
        <a:srgbClr val="8A784F"/>
      </a:folHlink>
    </a:clrScheme>
    <a:fontScheme name="Cravate noire">
      <a:maj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70000"/>
              </a:schemeClr>
            </a:gs>
            <a:gs pos="100000">
              <a:schemeClr val="phClr">
                <a:shade val="80000"/>
              </a:schemeClr>
            </a:gs>
          </a:gsLst>
          <a:path path="circle">
            <a:fillToRect l="50000" t="100000" r="100000" b="100000"/>
          </a:path>
        </a:gradFill>
        <a:blipFill rotWithShape="1">
          <a:blip xmlns:r="http://schemas.openxmlformats.org/officeDocument/2006/relationships" r:embed="rId1">
            <a:duotone>
              <a:schemeClr val="phClr">
                <a:shade val="30000"/>
                <a:satMod val="200000"/>
              </a:schemeClr>
              <a:schemeClr val="phClr">
                <a:tint val="20000"/>
              </a:schemeClr>
            </a:duotone>
          </a:blip>
          <a:stretch/>
        </a:blip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184</TotalTime>
  <Words>913</Words>
  <Application>Microsoft Office PowerPoint</Application>
  <PresentationFormat>Affichage à l'écran (4:3)</PresentationFormat>
  <Paragraphs>70</Paragraphs>
  <Slides>17</Slides>
  <Notes>0</Notes>
  <HiddenSlides>0</HiddenSlides>
  <MMClips>0</MMClips>
  <ScaleCrop>false</ScaleCrop>
  <HeadingPairs>
    <vt:vector size="4" baseType="variant">
      <vt:variant>
        <vt:lpstr>Thème</vt:lpstr>
      </vt:variant>
      <vt:variant>
        <vt:i4>2</vt:i4>
      </vt:variant>
      <vt:variant>
        <vt:lpstr>Titres des diapositives</vt:lpstr>
      </vt:variant>
      <vt:variant>
        <vt:i4>17</vt:i4>
      </vt:variant>
    </vt:vector>
  </HeadingPairs>
  <TitlesOfParts>
    <vt:vector size="19" baseType="lpstr">
      <vt:lpstr>Mailles</vt:lpstr>
      <vt:lpstr>Couture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دورة الاشارة</dc:title>
  <dc:creator>TRA_118</dc:creator>
  <cp:lastModifiedBy>TRA_118</cp:lastModifiedBy>
  <cp:revision>26</cp:revision>
  <dcterms:created xsi:type="dcterms:W3CDTF">2026-02-05T08:06:43Z</dcterms:created>
  <dcterms:modified xsi:type="dcterms:W3CDTF">2026-02-16T15:41:24Z</dcterms:modified>
</cp:coreProperties>
</file>